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3.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57" r:id="rId3"/>
    <p:sldId id="258" r:id="rId4"/>
    <p:sldId id="259" r:id="rId5"/>
    <p:sldId id="280" r:id="rId6"/>
    <p:sldId id="282" r:id="rId7"/>
    <p:sldId id="283" r:id="rId8"/>
    <p:sldId id="260" r:id="rId9"/>
    <p:sldId id="284" r:id="rId10"/>
    <p:sldId id="285" r:id="rId11"/>
    <p:sldId id="286" r:id="rId12"/>
    <p:sldId id="287" r:id="rId13"/>
    <p:sldId id="288" r:id="rId14"/>
    <p:sldId id="289" r:id="rId15"/>
    <p:sldId id="290" r:id="rId16"/>
    <p:sldId id="291" r:id="rId17"/>
    <p:sldId id="292" r:id="rId18"/>
    <p:sldId id="293" r:id="rId19"/>
    <p:sldId id="295" r:id="rId20"/>
    <p:sldId id="296" r:id="rId21"/>
    <p:sldId id="297" r:id="rId22"/>
    <p:sldId id="298" r:id="rId23"/>
    <p:sldId id="305" r:id="rId24"/>
    <p:sldId id="300" r:id="rId25"/>
    <p:sldId id="306" r:id="rId26"/>
    <p:sldId id="307" r:id="rId27"/>
    <p:sldId id="308" r:id="rId28"/>
    <p:sldId id="309" r:id="rId29"/>
    <p:sldId id="310" r:id="rId30"/>
    <p:sldId id="311" r:id="rId31"/>
    <p:sldId id="312" r:id="rId32"/>
    <p:sldId id="313" r:id="rId33"/>
    <p:sldId id="314" r:id="rId34"/>
    <p:sldId id="315" r:id="rId35"/>
    <p:sldId id="316" r:id="rId36"/>
    <p:sldId id="317" r:id="rId37"/>
    <p:sldId id="318" r:id="rId38"/>
    <p:sldId id="319" r:id="rId39"/>
    <p:sldId id="320" r:id="rId40"/>
    <p:sldId id="321" r:id="rId41"/>
    <p:sldId id="322" r:id="rId42"/>
    <p:sldId id="323" r:id="rId43"/>
    <p:sldId id="324" r:id="rId44"/>
    <p:sldId id="325" r:id="rId45"/>
    <p:sldId id="326" r:id="rId46"/>
    <p:sldId id="327" r:id="rId4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05" d="100"/>
          <a:sy n="105" d="100"/>
        </p:scale>
        <p:origin x="1840"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ata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ata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 Id="rId4" Type="http://schemas.openxmlformats.org/officeDocument/2006/relationships/image" Target="../media/image12.svg"/></Relationships>
</file>

<file path=ppt/diagrams/_rels/data15.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svg"/><Relationship Id="rId1" Type="http://schemas.openxmlformats.org/officeDocument/2006/relationships/image" Target="../media/image5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rawing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 Id="rId4" Type="http://schemas.openxmlformats.org/officeDocument/2006/relationships/image" Target="../media/image12.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svg"/><Relationship Id="rId1" Type="http://schemas.openxmlformats.org/officeDocument/2006/relationships/image" Target="../media/image53.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1A2406-6997-4098-8628-3E07D973EBB1}"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E8785F91-32E3-482A-89E1-8AD6CF1E1ACA}">
      <dgm:prSet/>
      <dgm:spPr/>
      <dgm:t>
        <a:bodyPr/>
        <a:lstStyle/>
        <a:p>
          <a:r>
            <a:rPr lang="en-US"/>
            <a:t>Manual claim verification is time-consuming and inefficient.</a:t>
          </a:r>
        </a:p>
      </dgm:t>
    </dgm:pt>
    <dgm:pt modelId="{E4818504-F4C0-45A7-A65F-DE8B332D2271}" type="parTrans" cxnId="{45974BB7-0325-49D9-9B78-05CFF19910A5}">
      <dgm:prSet/>
      <dgm:spPr/>
      <dgm:t>
        <a:bodyPr/>
        <a:lstStyle/>
        <a:p>
          <a:endParaRPr lang="en-US"/>
        </a:p>
      </dgm:t>
    </dgm:pt>
    <dgm:pt modelId="{2A40B7F9-04A7-4F3F-BAC6-7119FBF1FEF6}" type="sibTrans" cxnId="{45974BB7-0325-49D9-9B78-05CFF19910A5}">
      <dgm:prSet/>
      <dgm:spPr/>
      <dgm:t>
        <a:bodyPr/>
        <a:lstStyle/>
        <a:p>
          <a:endParaRPr lang="en-US"/>
        </a:p>
      </dgm:t>
    </dgm:pt>
    <dgm:pt modelId="{A75E1864-C324-4D07-8DFB-909D956351C2}">
      <dgm:prSet/>
      <dgm:spPr/>
      <dgm:t>
        <a:bodyPr/>
        <a:lstStyle/>
        <a:p>
          <a:r>
            <a:rPr lang="en-US"/>
            <a:t>Financial losses due to undetected fraudulent claims.</a:t>
          </a:r>
        </a:p>
      </dgm:t>
    </dgm:pt>
    <dgm:pt modelId="{D0124B04-1D5F-4A3E-946F-2DF10C45E94F}" type="parTrans" cxnId="{3438DBA5-7192-4405-88D8-A8D48D35A31F}">
      <dgm:prSet/>
      <dgm:spPr/>
      <dgm:t>
        <a:bodyPr/>
        <a:lstStyle/>
        <a:p>
          <a:endParaRPr lang="en-US"/>
        </a:p>
      </dgm:t>
    </dgm:pt>
    <dgm:pt modelId="{B1EEB908-2D54-4B10-9A6E-0458D1260D2E}" type="sibTrans" cxnId="{3438DBA5-7192-4405-88D8-A8D48D35A31F}">
      <dgm:prSet/>
      <dgm:spPr/>
      <dgm:t>
        <a:bodyPr/>
        <a:lstStyle/>
        <a:p>
          <a:endParaRPr lang="en-US"/>
        </a:p>
      </dgm:t>
    </dgm:pt>
    <dgm:pt modelId="{8B82ED8D-98B9-47BE-998E-B951D9F10976}">
      <dgm:prSet/>
      <dgm:spPr/>
      <dgm:t>
        <a:bodyPr/>
        <a:lstStyle/>
        <a:p>
          <a:r>
            <a:rPr lang="en-US"/>
            <a:t>Need for data-driven fraud classification model.</a:t>
          </a:r>
        </a:p>
      </dgm:t>
    </dgm:pt>
    <dgm:pt modelId="{A5CCFA9A-57B0-419A-9764-686AF0753154}" type="parTrans" cxnId="{E8749113-4C12-4866-9E9D-E3C47F261E69}">
      <dgm:prSet/>
      <dgm:spPr/>
      <dgm:t>
        <a:bodyPr/>
        <a:lstStyle/>
        <a:p>
          <a:endParaRPr lang="en-US"/>
        </a:p>
      </dgm:t>
    </dgm:pt>
    <dgm:pt modelId="{49D60DEB-5F8D-4851-928E-3BF221675E00}" type="sibTrans" cxnId="{E8749113-4C12-4866-9E9D-E3C47F261E69}">
      <dgm:prSet/>
      <dgm:spPr/>
      <dgm:t>
        <a:bodyPr/>
        <a:lstStyle/>
        <a:p>
          <a:endParaRPr lang="en-US"/>
        </a:p>
      </dgm:t>
    </dgm:pt>
    <dgm:pt modelId="{496ABD1D-3434-EA48-8B93-A70FD91B4E2F}" type="pres">
      <dgm:prSet presAssocID="{E71A2406-6997-4098-8628-3E07D973EBB1}" presName="hierChild1" presStyleCnt="0">
        <dgm:presLayoutVars>
          <dgm:chPref val="1"/>
          <dgm:dir/>
          <dgm:animOne val="branch"/>
          <dgm:animLvl val="lvl"/>
          <dgm:resizeHandles/>
        </dgm:presLayoutVars>
      </dgm:prSet>
      <dgm:spPr/>
    </dgm:pt>
    <dgm:pt modelId="{FC325085-B0F8-5F4B-A3DC-B6BD507C6E47}" type="pres">
      <dgm:prSet presAssocID="{E8785F91-32E3-482A-89E1-8AD6CF1E1ACA}" presName="hierRoot1" presStyleCnt="0"/>
      <dgm:spPr/>
    </dgm:pt>
    <dgm:pt modelId="{C7F60FB4-3303-9640-B94C-76CFFDCE8BB8}" type="pres">
      <dgm:prSet presAssocID="{E8785F91-32E3-482A-89E1-8AD6CF1E1ACA}" presName="composite" presStyleCnt="0"/>
      <dgm:spPr/>
    </dgm:pt>
    <dgm:pt modelId="{D7061ABF-9483-1140-9CCB-2F71CB174559}" type="pres">
      <dgm:prSet presAssocID="{E8785F91-32E3-482A-89E1-8AD6CF1E1ACA}" presName="background" presStyleLbl="node0" presStyleIdx="0" presStyleCnt="3"/>
      <dgm:spPr/>
    </dgm:pt>
    <dgm:pt modelId="{CAA1B24F-4CE5-0446-89C7-768FFF9BDE96}" type="pres">
      <dgm:prSet presAssocID="{E8785F91-32E3-482A-89E1-8AD6CF1E1ACA}" presName="text" presStyleLbl="fgAcc0" presStyleIdx="0" presStyleCnt="3">
        <dgm:presLayoutVars>
          <dgm:chPref val="3"/>
        </dgm:presLayoutVars>
      </dgm:prSet>
      <dgm:spPr/>
    </dgm:pt>
    <dgm:pt modelId="{814828E4-C777-7B4D-8B63-FD49EC284CAF}" type="pres">
      <dgm:prSet presAssocID="{E8785F91-32E3-482A-89E1-8AD6CF1E1ACA}" presName="hierChild2" presStyleCnt="0"/>
      <dgm:spPr/>
    </dgm:pt>
    <dgm:pt modelId="{2EF5601C-AA51-5F45-84C5-F305CDF2B5C3}" type="pres">
      <dgm:prSet presAssocID="{A75E1864-C324-4D07-8DFB-909D956351C2}" presName="hierRoot1" presStyleCnt="0"/>
      <dgm:spPr/>
    </dgm:pt>
    <dgm:pt modelId="{46AD0F52-1E9D-A141-9174-E9D747C30D8E}" type="pres">
      <dgm:prSet presAssocID="{A75E1864-C324-4D07-8DFB-909D956351C2}" presName="composite" presStyleCnt="0"/>
      <dgm:spPr/>
    </dgm:pt>
    <dgm:pt modelId="{699C45FB-C7A5-5B41-821B-04D917C69749}" type="pres">
      <dgm:prSet presAssocID="{A75E1864-C324-4D07-8DFB-909D956351C2}" presName="background" presStyleLbl="node0" presStyleIdx="1" presStyleCnt="3"/>
      <dgm:spPr/>
    </dgm:pt>
    <dgm:pt modelId="{88AAD8CA-E4DA-3441-AF57-622E1F276868}" type="pres">
      <dgm:prSet presAssocID="{A75E1864-C324-4D07-8DFB-909D956351C2}" presName="text" presStyleLbl="fgAcc0" presStyleIdx="1" presStyleCnt="3">
        <dgm:presLayoutVars>
          <dgm:chPref val="3"/>
        </dgm:presLayoutVars>
      </dgm:prSet>
      <dgm:spPr/>
    </dgm:pt>
    <dgm:pt modelId="{383EC6AF-9475-9040-AFD4-AFE5A8614770}" type="pres">
      <dgm:prSet presAssocID="{A75E1864-C324-4D07-8DFB-909D956351C2}" presName="hierChild2" presStyleCnt="0"/>
      <dgm:spPr/>
    </dgm:pt>
    <dgm:pt modelId="{C3D7D04B-6441-ED40-BF19-80B176AB2D60}" type="pres">
      <dgm:prSet presAssocID="{8B82ED8D-98B9-47BE-998E-B951D9F10976}" presName="hierRoot1" presStyleCnt="0"/>
      <dgm:spPr/>
    </dgm:pt>
    <dgm:pt modelId="{C72DB5F2-B185-304E-ACC2-89D8588CD5C4}" type="pres">
      <dgm:prSet presAssocID="{8B82ED8D-98B9-47BE-998E-B951D9F10976}" presName="composite" presStyleCnt="0"/>
      <dgm:spPr/>
    </dgm:pt>
    <dgm:pt modelId="{F4F0E4F3-2C4A-F947-B5E8-030550D0D289}" type="pres">
      <dgm:prSet presAssocID="{8B82ED8D-98B9-47BE-998E-B951D9F10976}" presName="background" presStyleLbl="node0" presStyleIdx="2" presStyleCnt="3"/>
      <dgm:spPr/>
    </dgm:pt>
    <dgm:pt modelId="{20CDF920-387E-224F-949A-EF6FEBE96C95}" type="pres">
      <dgm:prSet presAssocID="{8B82ED8D-98B9-47BE-998E-B951D9F10976}" presName="text" presStyleLbl="fgAcc0" presStyleIdx="2" presStyleCnt="3">
        <dgm:presLayoutVars>
          <dgm:chPref val="3"/>
        </dgm:presLayoutVars>
      </dgm:prSet>
      <dgm:spPr/>
    </dgm:pt>
    <dgm:pt modelId="{81646673-C7A2-A240-8204-41DB7E37185A}" type="pres">
      <dgm:prSet presAssocID="{8B82ED8D-98B9-47BE-998E-B951D9F10976}" presName="hierChild2" presStyleCnt="0"/>
      <dgm:spPr/>
    </dgm:pt>
  </dgm:ptLst>
  <dgm:cxnLst>
    <dgm:cxn modelId="{E8749113-4C12-4866-9E9D-E3C47F261E69}" srcId="{E71A2406-6997-4098-8628-3E07D973EBB1}" destId="{8B82ED8D-98B9-47BE-998E-B951D9F10976}" srcOrd="2" destOrd="0" parTransId="{A5CCFA9A-57B0-419A-9764-686AF0753154}" sibTransId="{49D60DEB-5F8D-4851-928E-3BF221675E00}"/>
    <dgm:cxn modelId="{1CC83016-AD8D-5043-A4F7-003BBC780458}" type="presOf" srcId="{8B82ED8D-98B9-47BE-998E-B951D9F10976}" destId="{20CDF920-387E-224F-949A-EF6FEBE96C95}" srcOrd="0" destOrd="0" presId="urn:microsoft.com/office/officeart/2005/8/layout/hierarchy1"/>
    <dgm:cxn modelId="{E0D18B31-4EAC-CB47-A6E1-8618E55C274D}" type="presOf" srcId="{A75E1864-C324-4D07-8DFB-909D956351C2}" destId="{88AAD8CA-E4DA-3441-AF57-622E1F276868}" srcOrd="0" destOrd="0" presId="urn:microsoft.com/office/officeart/2005/8/layout/hierarchy1"/>
    <dgm:cxn modelId="{72D6039C-9F37-4A42-B7CD-A5322C688EC0}" type="presOf" srcId="{E8785F91-32E3-482A-89E1-8AD6CF1E1ACA}" destId="{CAA1B24F-4CE5-0446-89C7-768FFF9BDE96}" srcOrd="0" destOrd="0" presId="urn:microsoft.com/office/officeart/2005/8/layout/hierarchy1"/>
    <dgm:cxn modelId="{3438DBA5-7192-4405-88D8-A8D48D35A31F}" srcId="{E71A2406-6997-4098-8628-3E07D973EBB1}" destId="{A75E1864-C324-4D07-8DFB-909D956351C2}" srcOrd="1" destOrd="0" parTransId="{D0124B04-1D5F-4A3E-946F-2DF10C45E94F}" sibTransId="{B1EEB908-2D54-4B10-9A6E-0458D1260D2E}"/>
    <dgm:cxn modelId="{45974BB7-0325-49D9-9B78-05CFF19910A5}" srcId="{E71A2406-6997-4098-8628-3E07D973EBB1}" destId="{E8785F91-32E3-482A-89E1-8AD6CF1E1ACA}" srcOrd="0" destOrd="0" parTransId="{E4818504-F4C0-45A7-A65F-DE8B332D2271}" sibTransId="{2A40B7F9-04A7-4F3F-BAC6-7119FBF1FEF6}"/>
    <dgm:cxn modelId="{8CF4DFCF-8518-DB4E-9168-DFB84FCDA685}" type="presOf" srcId="{E71A2406-6997-4098-8628-3E07D973EBB1}" destId="{496ABD1D-3434-EA48-8B93-A70FD91B4E2F}" srcOrd="0" destOrd="0" presId="urn:microsoft.com/office/officeart/2005/8/layout/hierarchy1"/>
    <dgm:cxn modelId="{9BC7B763-CCAF-DE42-B5DA-3DA3AECCE93E}" type="presParOf" srcId="{496ABD1D-3434-EA48-8B93-A70FD91B4E2F}" destId="{FC325085-B0F8-5F4B-A3DC-B6BD507C6E47}" srcOrd="0" destOrd="0" presId="urn:microsoft.com/office/officeart/2005/8/layout/hierarchy1"/>
    <dgm:cxn modelId="{C0B64453-6BF7-A64E-85FB-B6B21A06F3FC}" type="presParOf" srcId="{FC325085-B0F8-5F4B-A3DC-B6BD507C6E47}" destId="{C7F60FB4-3303-9640-B94C-76CFFDCE8BB8}" srcOrd="0" destOrd="0" presId="urn:microsoft.com/office/officeart/2005/8/layout/hierarchy1"/>
    <dgm:cxn modelId="{AD5B47E3-BB95-5641-A6BF-7B652CB6632B}" type="presParOf" srcId="{C7F60FB4-3303-9640-B94C-76CFFDCE8BB8}" destId="{D7061ABF-9483-1140-9CCB-2F71CB174559}" srcOrd="0" destOrd="0" presId="urn:microsoft.com/office/officeart/2005/8/layout/hierarchy1"/>
    <dgm:cxn modelId="{A266F972-171C-D54E-A667-8BB317E2AE94}" type="presParOf" srcId="{C7F60FB4-3303-9640-B94C-76CFFDCE8BB8}" destId="{CAA1B24F-4CE5-0446-89C7-768FFF9BDE96}" srcOrd="1" destOrd="0" presId="urn:microsoft.com/office/officeart/2005/8/layout/hierarchy1"/>
    <dgm:cxn modelId="{9CBE261E-B393-8741-8BA2-319BBA1C1FF4}" type="presParOf" srcId="{FC325085-B0F8-5F4B-A3DC-B6BD507C6E47}" destId="{814828E4-C777-7B4D-8B63-FD49EC284CAF}" srcOrd="1" destOrd="0" presId="urn:microsoft.com/office/officeart/2005/8/layout/hierarchy1"/>
    <dgm:cxn modelId="{73343AE7-14C1-0543-831C-02268D5B18B6}" type="presParOf" srcId="{496ABD1D-3434-EA48-8B93-A70FD91B4E2F}" destId="{2EF5601C-AA51-5F45-84C5-F305CDF2B5C3}" srcOrd="1" destOrd="0" presId="urn:microsoft.com/office/officeart/2005/8/layout/hierarchy1"/>
    <dgm:cxn modelId="{6D072365-26E6-794E-8493-0F0BAE91A083}" type="presParOf" srcId="{2EF5601C-AA51-5F45-84C5-F305CDF2B5C3}" destId="{46AD0F52-1E9D-A141-9174-E9D747C30D8E}" srcOrd="0" destOrd="0" presId="urn:microsoft.com/office/officeart/2005/8/layout/hierarchy1"/>
    <dgm:cxn modelId="{9A35792B-F008-F846-BAE0-78C4E6AF87DD}" type="presParOf" srcId="{46AD0F52-1E9D-A141-9174-E9D747C30D8E}" destId="{699C45FB-C7A5-5B41-821B-04D917C69749}" srcOrd="0" destOrd="0" presId="urn:microsoft.com/office/officeart/2005/8/layout/hierarchy1"/>
    <dgm:cxn modelId="{603F97DD-1F66-6841-A4E8-D6A36A16BBCC}" type="presParOf" srcId="{46AD0F52-1E9D-A141-9174-E9D747C30D8E}" destId="{88AAD8CA-E4DA-3441-AF57-622E1F276868}" srcOrd="1" destOrd="0" presId="urn:microsoft.com/office/officeart/2005/8/layout/hierarchy1"/>
    <dgm:cxn modelId="{33FE911E-C48F-8648-96B0-10D609386C06}" type="presParOf" srcId="{2EF5601C-AA51-5F45-84C5-F305CDF2B5C3}" destId="{383EC6AF-9475-9040-AFD4-AFE5A8614770}" srcOrd="1" destOrd="0" presId="urn:microsoft.com/office/officeart/2005/8/layout/hierarchy1"/>
    <dgm:cxn modelId="{814FBD75-DE1B-794E-A76C-59D93A8AC11D}" type="presParOf" srcId="{496ABD1D-3434-EA48-8B93-A70FD91B4E2F}" destId="{C3D7D04B-6441-ED40-BF19-80B176AB2D60}" srcOrd="2" destOrd="0" presId="urn:microsoft.com/office/officeart/2005/8/layout/hierarchy1"/>
    <dgm:cxn modelId="{AB04F432-EFFC-8240-AE2F-104BF48F84DB}" type="presParOf" srcId="{C3D7D04B-6441-ED40-BF19-80B176AB2D60}" destId="{C72DB5F2-B185-304E-ACC2-89D8588CD5C4}" srcOrd="0" destOrd="0" presId="urn:microsoft.com/office/officeart/2005/8/layout/hierarchy1"/>
    <dgm:cxn modelId="{C5171BDD-0CFF-0C41-94B0-498A7C29814B}" type="presParOf" srcId="{C72DB5F2-B185-304E-ACC2-89D8588CD5C4}" destId="{F4F0E4F3-2C4A-F947-B5E8-030550D0D289}" srcOrd="0" destOrd="0" presId="urn:microsoft.com/office/officeart/2005/8/layout/hierarchy1"/>
    <dgm:cxn modelId="{181B8A63-091F-E94A-9B12-1BAF3C1E85DA}" type="presParOf" srcId="{C72DB5F2-B185-304E-ACC2-89D8588CD5C4}" destId="{20CDF920-387E-224F-949A-EF6FEBE96C95}" srcOrd="1" destOrd="0" presId="urn:microsoft.com/office/officeart/2005/8/layout/hierarchy1"/>
    <dgm:cxn modelId="{36679877-3CA2-B14D-BEE8-BB4910E459E7}" type="presParOf" srcId="{C3D7D04B-6441-ED40-BF19-80B176AB2D60}" destId="{81646673-C7A2-A240-8204-41DB7E37185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FC3CFB0-16D4-444E-A134-095B6B668D63}"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D2EF3085-2219-4DCF-9A5E-6A060838DF8E}">
      <dgm:prSet/>
      <dgm:spPr/>
      <dgm:t>
        <a:bodyPr/>
        <a:lstStyle/>
        <a:p>
          <a:pPr>
            <a:defRPr cap="all"/>
          </a:pPr>
          <a:r>
            <a:rPr lang="en-US"/>
            <a:t>Classify claims as fraudulent or legitimate.</a:t>
          </a:r>
        </a:p>
      </dgm:t>
    </dgm:pt>
    <dgm:pt modelId="{8D942B77-06FE-41AD-9B96-865C4549F65A}" type="parTrans" cxnId="{2F5AEF48-FAF6-4B43-8CC0-EB8C8CD2B1C5}">
      <dgm:prSet/>
      <dgm:spPr/>
      <dgm:t>
        <a:bodyPr/>
        <a:lstStyle/>
        <a:p>
          <a:endParaRPr lang="en-US"/>
        </a:p>
      </dgm:t>
    </dgm:pt>
    <dgm:pt modelId="{F96A2DA3-FA95-47C8-97F9-CAA1C9F1BB05}" type="sibTrans" cxnId="{2F5AEF48-FAF6-4B43-8CC0-EB8C8CD2B1C5}">
      <dgm:prSet/>
      <dgm:spPr/>
      <dgm:t>
        <a:bodyPr/>
        <a:lstStyle/>
        <a:p>
          <a:endParaRPr lang="en-US"/>
        </a:p>
      </dgm:t>
    </dgm:pt>
    <dgm:pt modelId="{A9A5D807-F669-4E0A-B999-BDEB6149E6B3}">
      <dgm:prSet/>
      <dgm:spPr/>
      <dgm:t>
        <a:bodyPr/>
        <a:lstStyle/>
        <a:p>
          <a:pPr>
            <a:defRPr cap="all"/>
          </a:pPr>
          <a:r>
            <a:rPr lang="en-US"/>
            <a:t>Predict fraud early using customer and incident features.</a:t>
          </a:r>
        </a:p>
      </dgm:t>
    </dgm:pt>
    <dgm:pt modelId="{FBD05EA6-506F-4701-BE1B-B09846440E19}" type="parTrans" cxnId="{40CCC0DD-65C8-4FA0-BB19-9FFAD3DFB15B}">
      <dgm:prSet/>
      <dgm:spPr/>
      <dgm:t>
        <a:bodyPr/>
        <a:lstStyle/>
        <a:p>
          <a:endParaRPr lang="en-US"/>
        </a:p>
      </dgm:t>
    </dgm:pt>
    <dgm:pt modelId="{1B062D98-B04A-4226-9761-867C15687D6A}" type="sibTrans" cxnId="{40CCC0DD-65C8-4FA0-BB19-9FFAD3DFB15B}">
      <dgm:prSet/>
      <dgm:spPr/>
      <dgm:t>
        <a:bodyPr/>
        <a:lstStyle/>
        <a:p>
          <a:endParaRPr lang="en-US"/>
        </a:p>
      </dgm:t>
    </dgm:pt>
    <dgm:pt modelId="{19E452D1-CDFA-41E3-BDB5-D75EA22A1E18}">
      <dgm:prSet/>
      <dgm:spPr/>
      <dgm:t>
        <a:bodyPr/>
        <a:lstStyle/>
        <a:p>
          <a:pPr>
            <a:defRPr cap="all"/>
          </a:pPr>
          <a:r>
            <a:rPr lang="en-US"/>
            <a:t>Improve operational efficiency and reduce losses.</a:t>
          </a:r>
        </a:p>
      </dgm:t>
    </dgm:pt>
    <dgm:pt modelId="{1E25AD55-F89C-44C0-846D-D2AFFF14EC95}" type="parTrans" cxnId="{4FFBA2DF-9AE1-4BB9-BC10-0E9057332E5E}">
      <dgm:prSet/>
      <dgm:spPr/>
      <dgm:t>
        <a:bodyPr/>
        <a:lstStyle/>
        <a:p>
          <a:endParaRPr lang="en-US"/>
        </a:p>
      </dgm:t>
    </dgm:pt>
    <dgm:pt modelId="{59217103-9A23-4E14-B0F0-AB7EA8C1E11C}" type="sibTrans" cxnId="{4FFBA2DF-9AE1-4BB9-BC10-0E9057332E5E}">
      <dgm:prSet/>
      <dgm:spPr/>
      <dgm:t>
        <a:bodyPr/>
        <a:lstStyle/>
        <a:p>
          <a:endParaRPr lang="en-US"/>
        </a:p>
      </dgm:t>
    </dgm:pt>
    <dgm:pt modelId="{CB458DFB-F038-491E-9FE0-C1A3D77300C0}" type="pres">
      <dgm:prSet presAssocID="{CFC3CFB0-16D4-444E-A134-095B6B668D63}" presName="root" presStyleCnt="0">
        <dgm:presLayoutVars>
          <dgm:dir/>
          <dgm:resizeHandles val="exact"/>
        </dgm:presLayoutVars>
      </dgm:prSet>
      <dgm:spPr/>
    </dgm:pt>
    <dgm:pt modelId="{D68A5F80-436D-41A0-AF4E-04D6895D7062}" type="pres">
      <dgm:prSet presAssocID="{D2EF3085-2219-4DCF-9A5E-6A060838DF8E}" presName="compNode" presStyleCnt="0"/>
      <dgm:spPr/>
    </dgm:pt>
    <dgm:pt modelId="{24CB37D2-1DBF-4AE5-9740-615A4AC15D03}" type="pres">
      <dgm:prSet presAssocID="{D2EF3085-2219-4DCF-9A5E-6A060838DF8E}" presName="iconBgRect" presStyleLbl="bgShp" presStyleIdx="0" presStyleCnt="3"/>
      <dgm:spPr/>
    </dgm:pt>
    <dgm:pt modelId="{FF00FF22-806D-4CCD-9E70-5111ED49521F}" type="pres">
      <dgm:prSet presAssocID="{D2EF3085-2219-4DCF-9A5E-6A060838DF8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Robber"/>
        </a:ext>
      </dgm:extLst>
    </dgm:pt>
    <dgm:pt modelId="{F67DEBAD-ED42-4BD9-9EE8-4DBECA217D5F}" type="pres">
      <dgm:prSet presAssocID="{D2EF3085-2219-4DCF-9A5E-6A060838DF8E}" presName="spaceRect" presStyleCnt="0"/>
      <dgm:spPr/>
    </dgm:pt>
    <dgm:pt modelId="{A53C347B-AFDC-4A5C-AA30-3745C0A6015C}" type="pres">
      <dgm:prSet presAssocID="{D2EF3085-2219-4DCF-9A5E-6A060838DF8E}" presName="textRect" presStyleLbl="revTx" presStyleIdx="0" presStyleCnt="3">
        <dgm:presLayoutVars>
          <dgm:chMax val="1"/>
          <dgm:chPref val="1"/>
        </dgm:presLayoutVars>
      </dgm:prSet>
      <dgm:spPr/>
    </dgm:pt>
    <dgm:pt modelId="{2860B3E0-6CF0-4CC5-8420-FC6E574C877B}" type="pres">
      <dgm:prSet presAssocID="{F96A2DA3-FA95-47C8-97F9-CAA1C9F1BB05}" presName="sibTrans" presStyleCnt="0"/>
      <dgm:spPr/>
    </dgm:pt>
    <dgm:pt modelId="{AC7F1DEA-24A7-4CD1-B6BF-743F626E5EA7}" type="pres">
      <dgm:prSet presAssocID="{A9A5D807-F669-4E0A-B999-BDEB6149E6B3}" presName="compNode" presStyleCnt="0"/>
      <dgm:spPr/>
    </dgm:pt>
    <dgm:pt modelId="{E10BCB34-2CF5-4CDF-997E-F773F0B7824B}" type="pres">
      <dgm:prSet presAssocID="{A9A5D807-F669-4E0A-B999-BDEB6149E6B3}" presName="iconBgRect" presStyleLbl="bgShp" presStyleIdx="1" presStyleCnt="3"/>
      <dgm:spPr/>
    </dgm:pt>
    <dgm:pt modelId="{0066F4E9-98F1-4F7C-ADC0-152A95F71A9D}" type="pres">
      <dgm:prSet presAssocID="{A9A5D807-F669-4E0A-B999-BDEB6149E6B3}"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EE9FC5EE-F9A0-40F0-8D1D-81AC4E84F65F}" type="pres">
      <dgm:prSet presAssocID="{A9A5D807-F669-4E0A-B999-BDEB6149E6B3}" presName="spaceRect" presStyleCnt="0"/>
      <dgm:spPr/>
    </dgm:pt>
    <dgm:pt modelId="{D87D582B-ABE3-4412-B394-2B46DAA84ACB}" type="pres">
      <dgm:prSet presAssocID="{A9A5D807-F669-4E0A-B999-BDEB6149E6B3}" presName="textRect" presStyleLbl="revTx" presStyleIdx="1" presStyleCnt="3">
        <dgm:presLayoutVars>
          <dgm:chMax val="1"/>
          <dgm:chPref val="1"/>
        </dgm:presLayoutVars>
      </dgm:prSet>
      <dgm:spPr/>
    </dgm:pt>
    <dgm:pt modelId="{FC241E33-AD21-4F58-A973-A579FCF9D698}" type="pres">
      <dgm:prSet presAssocID="{1B062D98-B04A-4226-9761-867C15687D6A}" presName="sibTrans" presStyleCnt="0"/>
      <dgm:spPr/>
    </dgm:pt>
    <dgm:pt modelId="{566B8C9E-6EFC-4686-8DBA-B54D9B9A90DE}" type="pres">
      <dgm:prSet presAssocID="{19E452D1-CDFA-41E3-BDB5-D75EA22A1E18}" presName="compNode" presStyleCnt="0"/>
      <dgm:spPr/>
    </dgm:pt>
    <dgm:pt modelId="{254DD295-7A21-40BE-8C77-FB91AAA9C167}" type="pres">
      <dgm:prSet presAssocID="{19E452D1-CDFA-41E3-BDB5-D75EA22A1E18}" presName="iconBgRect" presStyleLbl="bgShp" presStyleIdx="2" presStyleCnt="3"/>
      <dgm:spPr/>
    </dgm:pt>
    <dgm:pt modelId="{2E4E5184-E69B-49D7-AB58-E5847A08BD30}" type="pres">
      <dgm:prSet presAssocID="{19E452D1-CDFA-41E3-BDB5-D75EA22A1E18}"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ownward trend"/>
        </a:ext>
      </dgm:extLst>
    </dgm:pt>
    <dgm:pt modelId="{E61837DE-AFB7-4088-A027-A774A1F07B0F}" type="pres">
      <dgm:prSet presAssocID="{19E452D1-CDFA-41E3-BDB5-D75EA22A1E18}" presName="spaceRect" presStyleCnt="0"/>
      <dgm:spPr/>
    </dgm:pt>
    <dgm:pt modelId="{6C4ACD9A-EF74-463B-88B4-8D3EA8F6ADE1}" type="pres">
      <dgm:prSet presAssocID="{19E452D1-CDFA-41E3-BDB5-D75EA22A1E18}" presName="textRect" presStyleLbl="revTx" presStyleIdx="2" presStyleCnt="3">
        <dgm:presLayoutVars>
          <dgm:chMax val="1"/>
          <dgm:chPref val="1"/>
        </dgm:presLayoutVars>
      </dgm:prSet>
      <dgm:spPr/>
    </dgm:pt>
  </dgm:ptLst>
  <dgm:cxnLst>
    <dgm:cxn modelId="{2F5AEF48-FAF6-4B43-8CC0-EB8C8CD2B1C5}" srcId="{CFC3CFB0-16D4-444E-A134-095B6B668D63}" destId="{D2EF3085-2219-4DCF-9A5E-6A060838DF8E}" srcOrd="0" destOrd="0" parTransId="{8D942B77-06FE-41AD-9B96-865C4549F65A}" sibTransId="{F96A2DA3-FA95-47C8-97F9-CAA1C9F1BB05}"/>
    <dgm:cxn modelId="{2126EC57-02D4-443E-9792-6AA7F05B48C1}" type="presOf" srcId="{19E452D1-CDFA-41E3-BDB5-D75EA22A1E18}" destId="{6C4ACD9A-EF74-463B-88B4-8D3EA8F6ADE1}" srcOrd="0" destOrd="0" presId="urn:microsoft.com/office/officeart/2018/5/layout/IconCircleLabelList"/>
    <dgm:cxn modelId="{13E9F465-4383-4724-844B-7A5812829549}" type="presOf" srcId="{CFC3CFB0-16D4-444E-A134-095B6B668D63}" destId="{CB458DFB-F038-491E-9FE0-C1A3D77300C0}" srcOrd="0" destOrd="0" presId="urn:microsoft.com/office/officeart/2018/5/layout/IconCircleLabelList"/>
    <dgm:cxn modelId="{72E1D496-D0B9-4214-8671-4DAB77A06B6E}" type="presOf" srcId="{D2EF3085-2219-4DCF-9A5E-6A060838DF8E}" destId="{A53C347B-AFDC-4A5C-AA30-3745C0A6015C}" srcOrd="0" destOrd="0" presId="urn:microsoft.com/office/officeart/2018/5/layout/IconCircleLabelList"/>
    <dgm:cxn modelId="{AA1374CF-A869-4F53-9E2A-5B21F57B70F8}" type="presOf" srcId="{A9A5D807-F669-4E0A-B999-BDEB6149E6B3}" destId="{D87D582B-ABE3-4412-B394-2B46DAA84ACB}" srcOrd="0" destOrd="0" presId="urn:microsoft.com/office/officeart/2018/5/layout/IconCircleLabelList"/>
    <dgm:cxn modelId="{40CCC0DD-65C8-4FA0-BB19-9FFAD3DFB15B}" srcId="{CFC3CFB0-16D4-444E-A134-095B6B668D63}" destId="{A9A5D807-F669-4E0A-B999-BDEB6149E6B3}" srcOrd="1" destOrd="0" parTransId="{FBD05EA6-506F-4701-BE1B-B09846440E19}" sibTransId="{1B062D98-B04A-4226-9761-867C15687D6A}"/>
    <dgm:cxn modelId="{4FFBA2DF-9AE1-4BB9-BC10-0E9057332E5E}" srcId="{CFC3CFB0-16D4-444E-A134-095B6B668D63}" destId="{19E452D1-CDFA-41E3-BDB5-D75EA22A1E18}" srcOrd="2" destOrd="0" parTransId="{1E25AD55-F89C-44C0-846D-D2AFFF14EC95}" sibTransId="{59217103-9A23-4E14-B0F0-AB7EA8C1E11C}"/>
    <dgm:cxn modelId="{3CC4227B-7A5E-4071-A2AB-6EFD9D674BCF}" type="presParOf" srcId="{CB458DFB-F038-491E-9FE0-C1A3D77300C0}" destId="{D68A5F80-436D-41A0-AF4E-04D6895D7062}" srcOrd="0" destOrd="0" presId="urn:microsoft.com/office/officeart/2018/5/layout/IconCircleLabelList"/>
    <dgm:cxn modelId="{188441DC-28C7-46D8-8013-F5C398DC7792}" type="presParOf" srcId="{D68A5F80-436D-41A0-AF4E-04D6895D7062}" destId="{24CB37D2-1DBF-4AE5-9740-615A4AC15D03}" srcOrd="0" destOrd="0" presId="urn:microsoft.com/office/officeart/2018/5/layout/IconCircleLabelList"/>
    <dgm:cxn modelId="{EA685AC8-BF1C-440B-8A68-BA1399A10D7D}" type="presParOf" srcId="{D68A5F80-436D-41A0-AF4E-04D6895D7062}" destId="{FF00FF22-806D-4CCD-9E70-5111ED49521F}" srcOrd="1" destOrd="0" presId="urn:microsoft.com/office/officeart/2018/5/layout/IconCircleLabelList"/>
    <dgm:cxn modelId="{A880F16F-5E0E-40BD-AA63-283468429A44}" type="presParOf" srcId="{D68A5F80-436D-41A0-AF4E-04D6895D7062}" destId="{F67DEBAD-ED42-4BD9-9EE8-4DBECA217D5F}" srcOrd="2" destOrd="0" presId="urn:microsoft.com/office/officeart/2018/5/layout/IconCircleLabelList"/>
    <dgm:cxn modelId="{8370C21D-3CFB-4708-AAD2-A3D299CA4AB7}" type="presParOf" srcId="{D68A5F80-436D-41A0-AF4E-04D6895D7062}" destId="{A53C347B-AFDC-4A5C-AA30-3745C0A6015C}" srcOrd="3" destOrd="0" presId="urn:microsoft.com/office/officeart/2018/5/layout/IconCircleLabelList"/>
    <dgm:cxn modelId="{150DE91C-C238-4D73-961A-6B27C680C6E9}" type="presParOf" srcId="{CB458DFB-F038-491E-9FE0-C1A3D77300C0}" destId="{2860B3E0-6CF0-4CC5-8420-FC6E574C877B}" srcOrd="1" destOrd="0" presId="urn:microsoft.com/office/officeart/2018/5/layout/IconCircleLabelList"/>
    <dgm:cxn modelId="{8F62A5BB-F6DA-4639-B9F0-B4182039AB63}" type="presParOf" srcId="{CB458DFB-F038-491E-9FE0-C1A3D77300C0}" destId="{AC7F1DEA-24A7-4CD1-B6BF-743F626E5EA7}" srcOrd="2" destOrd="0" presId="urn:microsoft.com/office/officeart/2018/5/layout/IconCircleLabelList"/>
    <dgm:cxn modelId="{C34A6F41-EB0B-401D-8625-7335602E1B43}" type="presParOf" srcId="{AC7F1DEA-24A7-4CD1-B6BF-743F626E5EA7}" destId="{E10BCB34-2CF5-4CDF-997E-F773F0B7824B}" srcOrd="0" destOrd="0" presId="urn:microsoft.com/office/officeart/2018/5/layout/IconCircleLabelList"/>
    <dgm:cxn modelId="{EBC281C3-0937-458D-B0DA-A020CBABC9C2}" type="presParOf" srcId="{AC7F1DEA-24A7-4CD1-B6BF-743F626E5EA7}" destId="{0066F4E9-98F1-4F7C-ADC0-152A95F71A9D}" srcOrd="1" destOrd="0" presId="urn:microsoft.com/office/officeart/2018/5/layout/IconCircleLabelList"/>
    <dgm:cxn modelId="{C0C8F0A0-E4B9-40F8-80A8-F507B8A1080D}" type="presParOf" srcId="{AC7F1DEA-24A7-4CD1-B6BF-743F626E5EA7}" destId="{EE9FC5EE-F9A0-40F0-8D1D-81AC4E84F65F}" srcOrd="2" destOrd="0" presId="urn:microsoft.com/office/officeart/2018/5/layout/IconCircleLabelList"/>
    <dgm:cxn modelId="{AD02A107-DB46-4E3D-AD6B-4519491FFA3B}" type="presParOf" srcId="{AC7F1DEA-24A7-4CD1-B6BF-743F626E5EA7}" destId="{D87D582B-ABE3-4412-B394-2B46DAA84ACB}" srcOrd="3" destOrd="0" presId="urn:microsoft.com/office/officeart/2018/5/layout/IconCircleLabelList"/>
    <dgm:cxn modelId="{78FF6A97-87BE-4305-9CED-EED938948620}" type="presParOf" srcId="{CB458DFB-F038-491E-9FE0-C1A3D77300C0}" destId="{FC241E33-AD21-4F58-A973-A579FCF9D698}" srcOrd="3" destOrd="0" presId="urn:microsoft.com/office/officeart/2018/5/layout/IconCircleLabelList"/>
    <dgm:cxn modelId="{22D23D33-0EAE-463E-8345-554B9454F001}" type="presParOf" srcId="{CB458DFB-F038-491E-9FE0-C1A3D77300C0}" destId="{566B8C9E-6EFC-4686-8DBA-B54D9B9A90DE}" srcOrd="4" destOrd="0" presId="urn:microsoft.com/office/officeart/2018/5/layout/IconCircleLabelList"/>
    <dgm:cxn modelId="{8894A808-4C7F-4BE7-A1DF-BDF4EBF720B3}" type="presParOf" srcId="{566B8C9E-6EFC-4686-8DBA-B54D9B9A90DE}" destId="{254DD295-7A21-40BE-8C77-FB91AAA9C167}" srcOrd="0" destOrd="0" presId="urn:microsoft.com/office/officeart/2018/5/layout/IconCircleLabelList"/>
    <dgm:cxn modelId="{FB7AB602-0918-42B6-BEEA-30C6C72C7630}" type="presParOf" srcId="{566B8C9E-6EFC-4686-8DBA-B54D9B9A90DE}" destId="{2E4E5184-E69B-49D7-AB58-E5847A08BD30}" srcOrd="1" destOrd="0" presId="urn:microsoft.com/office/officeart/2018/5/layout/IconCircleLabelList"/>
    <dgm:cxn modelId="{2EFB33B1-A0D1-4CD9-89D9-0974F8439DF0}" type="presParOf" srcId="{566B8C9E-6EFC-4686-8DBA-B54D9B9A90DE}" destId="{E61837DE-AFB7-4088-A027-A774A1F07B0F}" srcOrd="2" destOrd="0" presId="urn:microsoft.com/office/officeart/2018/5/layout/IconCircleLabelList"/>
    <dgm:cxn modelId="{DF1BE80C-4C50-4F06-9274-8E5C310E76FC}" type="presParOf" srcId="{566B8C9E-6EFC-4686-8DBA-B54D9B9A90DE}" destId="{6C4ACD9A-EF74-463B-88B4-8D3EA8F6ADE1}"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B2AAF43-0680-46A2-92D2-A23DA851744A}"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1646F9C-5D78-4679-B500-19147FDF11EE}">
      <dgm:prSet/>
      <dgm:spPr/>
      <dgm:t>
        <a:bodyPr/>
        <a:lstStyle/>
        <a:p>
          <a:r>
            <a:rPr lang="en-IN"/>
            <a:t>Insurance claims dataset (1000 rows × 40 columns).</a:t>
          </a:r>
          <a:endParaRPr lang="en-US"/>
        </a:p>
      </dgm:t>
    </dgm:pt>
    <dgm:pt modelId="{7E052D66-7D7D-41A1-AF2D-BAAD906B84DA}" type="parTrans" cxnId="{AFA6B567-E4D2-49F5-BA01-D5A915104948}">
      <dgm:prSet/>
      <dgm:spPr/>
      <dgm:t>
        <a:bodyPr/>
        <a:lstStyle/>
        <a:p>
          <a:endParaRPr lang="en-US"/>
        </a:p>
      </dgm:t>
    </dgm:pt>
    <dgm:pt modelId="{4BAF9B06-6990-49F2-9B95-CFE8DA2EC125}" type="sibTrans" cxnId="{AFA6B567-E4D2-49F5-BA01-D5A915104948}">
      <dgm:prSet/>
      <dgm:spPr/>
      <dgm:t>
        <a:bodyPr/>
        <a:lstStyle/>
        <a:p>
          <a:endParaRPr lang="en-US"/>
        </a:p>
      </dgm:t>
    </dgm:pt>
    <dgm:pt modelId="{AF5F554D-261D-4B4A-A19E-D44EA72309C1}">
      <dgm:prSet/>
      <dgm:spPr/>
      <dgm:t>
        <a:bodyPr/>
        <a:lstStyle/>
        <a:p>
          <a:r>
            <a:rPr lang="en-IN"/>
            <a:t>Handling Missing Values</a:t>
          </a:r>
          <a:endParaRPr lang="en-US"/>
        </a:p>
      </dgm:t>
    </dgm:pt>
    <dgm:pt modelId="{0C7BAE23-2B6E-40B6-9D3F-D427C4E2BFFF}" type="parTrans" cxnId="{A9665CE4-34BC-42C1-A39F-497AC7CB81A5}">
      <dgm:prSet/>
      <dgm:spPr/>
      <dgm:t>
        <a:bodyPr/>
        <a:lstStyle/>
        <a:p>
          <a:endParaRPr lang="en-US"/>
        </a:p>
      </dgm:t>
    </dgm:pt>
    <dgm:pt modelId="{042F6BFE-D069-4CE7-B446-8440ABBD4FF7}" type="sibTrans" cxnId="{A9665CE4-34BC-42C1-A39F-497AC7CB81A5}">
      <dgm:prSet/>
      <dgm:spPr/>
      <dgm:t>
        <a:bodyPr/>
        <a:lstStyle/>
        <a:p>
          <a:endParaRPr lang="en-US"/>
        </a:p>
      </dgm:t>
    </dgm:pt>
    <dgm:pt modelId="{324A31E3-22CC-4B29-862F-9C726D079478}">
      <dgm:prSet/>
      <dgm:spPr/>
      <dgm:t>
        <a:bodyPr/>
        <a:lstStyle/>
        <a:p>
          <a:r>
            <a:rPr lang="en-IN" i="1"/>
            <a:t>authorities_contacted: </a:t>
          </a:r>
          <a:r>
            <a:rPr lang="en-IN"/>
            <a:t>Corrected "None" interpreted as null; replaced with 'NA’.</a:t>
          </a:r>
          <a:endParaRPr lang="en-US"/>
        </a:p>
      </dgm:t>
    </dgm:pt>
    <dgm:pt modelId="{D3051BB2-C4AE-4E31-B9A1-E0C82A0073A3}" type="parTrans" cxnId="{9C1F7D57-187C-49AC-A9B8-DCA9AD8F36B1}">
      <dgm:prSet/>
      <dgm:spPr/>
      <dgm:t>
        <a:bodyPr/>
        <a:lstStyle/>
        <a:p>
          <a:endParaRPr lang="en-US"/>
        </a:p>
      </dgm:t>
    </dgm:pt>
    <dgm:pt modelId="{67728208-6C63-4F20-B7C6-B10FDDD246A0}" type="sibTrans" cxnId="{9C1F7D57-187C-49AC-A9B8-DCA9AD8F36B1}">
      <dgm:prSet/>
      <dgm:spPr/>
      <dgm:t>
        <a:bodyPr/>
        <a:lstStyle/>
        <a:p>
          <a:endParaRPr lang="en-US"/>
        </a:p>
      </dgm:t>
    </dgm:pt>
    <dgm:pt modelId="{B91A9503-E117-49F1-8704-A0D9F4BB8682}">
      <dgm:prSet/>
      <dgm:spPr/>
      <dgm:t>
        <a:bodyPr/>
        <a:lstStyle/>
        <a:p>
          <a:r>
            <a:rPr lang="en-IN" i="1"/>
            <a:t>_c39: </a:t>
          </a:r>
          <a:r>
            <a:rPr lang="en-IN"/>
            <a:t>Column entirely null – dropped.</a:t>
          </a:r>
          <a:endParaRPr lang="en-US"/>
        </a:p>
      </dgm:t>
    </dgm:pt>
    <dgm:pt modelId="{804360DA-07FF-47DC-A680-FD5EE10637FB}" type="parTrans" cxnId="{D656D16E-15BA-4777-A4C5-1ADCD09AA639}">
      <dgm:prSet/>
      <dgm:spPr/>
      <dgm:t>
        <a:bodyPr/>
        <a:lstStyle/>
        <a:p>
          <a:endParaRPr lang="en-US"/>
        </a:p>
      </dgm:t>
    </dgm:pt>
    <dgm:pt modelId="{4455C23A-7E59-44DF-8657-392AD4A70E24}" type="sibTrans" cxnId="{D656D16E-15BA-4777-A4C5-1ADCD09AA639}">
      <dgm:prSet/>
      <dgm:spPr/>
      <dgm:t>
        <a:bodyPr/>
        <a:lstStyle/>
        <a:p>
          <a:endParaRPr lang="en-US"/>
        </a:p>
      </dgm:t>
    </dgm:pt>
    <dgm:pt modelId="{CCD0C056-5DEE-4760-9838-72FB6462E260}">
      <dgm:prSet/>
      <dgm:spPr/>
      <dgm:t>
        <a:bodyPr/>
        <a:lstStyle/>
        <a:p>
          <a:r>
            <a:rPr lang="en-IN"/>
            <a:t>Redundant Column &amp; Row Cleanup</a:t>
          </a:r>
          <a:endParaRPr lang="en-US"/>
        </a:p>
      </dgm:t>
    </dgm:pt>
    <dgm:pt modelId="{46CE1B2C-54EF-44BF-83C4-70CA86170C56}" type="parTrans" cxnId="{C978885F-2632-4C20-97E0-0DEFED81ED92}">
      <dgm:prSet/>
      <dgm:spPr/>
      <dgm:t>
        <a:bodyPr/>
        <a:lstStyle/>
        <a:p>
          <a:endParaRPr lang="en-US"/>
        </a:p>
      </dgm:t>
    </dgm:pt>
    <dgm:pt modelId="{62E48975-FB17-47EF-AD11-7CDB841B8485}" type="sibTrans" cxnId="{C978885F-2632-4C20-97E0-0DEFED81ED92}">
      <dgm:prSet/>
      <dgm:spPr/>
      <dgm:t>
        <a:bodyPr/>
        <a:lstStyle/>
        <a:p>
          <a:endParaRPr lang="en-US"/>
        </a:p>
      </dgm:t>
    </dgm:pt>
    <dgm:pt modelId="{DD0A0572-DAFB-46C9-8E61-CE9C7856188C}">
      <dgm:prSet/>
      <dgm:spPr/>
      <dgm:t>
        <a:bodyPr/>
        <a:lstStyle/>
        <a:p>
          <a:r>
            <a:rPr lang="en-IN"/>
            <a:t>Removed columns with high uniqueness (e.g., policy_number, incident_location).</a:t>
          </a:r>
          <a:endParaRPr lang="en-US"/>
        </a:p>
      </dgm:t>
    </dgm:pt>
    <dgm:pt modelId="{40B52581-4361-4BB4-9D48-1042C51BAC5D}" type="parTrans" cxnId="{3004A353-5BE2-4E7F-BF49-E5CA66D42BCF}">
      <dgm:prSet/>
      <dgm:spPr/>
      <dgm:t>
        <a:bodyPr/>
        <a:lstStyle/>
        <a:p>
          <a:endParaRPr lang="en-US"/>
        </a:p>
      </dgm:t>
    </dgm:pt>
    <dgm:pt modelId="{44496783-6F1E-4A53-8310-2E376E814193}" type="sibTrans" cxnId="{3004A353-5BE2-4E7F-BF49-E5CA66D42BCF}">
      <dgm:prSet/>
      <dgm:spPr/>
      <dgm:t>
        <a:bodyPr/>
        <a:lstStyle/>
        <a:p>
          <a:endParaRPr lang="en-US"/>
        </a:p>
      </dgm:t>
    </dgm:pt>
    <dgm:pt modelId="{F6B4F085-C4A8-48A5-9CAA-5DB9027CF8EA}">
      <dgm:prSet/>
      <dgm:spPr/>
      <dgm:t>
        <a:bodyPr/>
        <a:lstStyle/>
        <a:p>
          <a:r>
            <a:rPr lang="en-IN"/>
            <a:t>Dropped raw date columns post feature derivation.</a:t>
          </a:r>
          <a:endParaRPr lang="en-US"/>
        </a:p>
      </dgm:t>
    </dgm:pt>
    <dgm:pt modelId="{5D2CB80F-C021-4E0D-AF97-31B2A87F238F}" type="parTrans" cxnId="{8D04E23E-A614-4E9A-AE48-12E0F43AB39B}">
      <dgm:prSet/>
      <dgm:spPr/>
      <dgm:t>
        <a:bodyPr/>
        <a:lstStyle/>
        <a:p>
          <a:endParaRPr lang="en-US"/>
        </a:p>
      </dgm:t>
    </dgm:pt>
    <dgm:pt modelId="{7BF75BA8-C9BD-447E-B9DE-64C2FB257B7F}" type="sibTrans" cxnId="{8D04E23E-A614-4E9A-AE48-12E0F43AB39B}">
      <dgm:prSet/>
      <dgm:spPr/>
      <dgm:t>
        <a:bodyPr/>
        <a:lstStyle/>
        <a:p>
          <a:endParaRPr lang="en-US"/>
        </a:p>
      </dgm:t>
    </dgm:pt>
    <dgm:pt modelId="{9A0C801C-79B5-40EB-B535-1C489EAC515C}">
      <dgm:prSet/>
      <dgm:spPr/>
      <dgm:t>
        <a:bodyPr/>
        <a:lstStyle/>
        <a:p>
          <a:r>
            <a:rPr lang="en-IN"/>
            <a:t>Invalid/Illogical values – none found.</a:t>
          </a:r>
          <a:endParaRPr lang="en-US"/>
        </a:p>
      </dgm:t>
    </dgm:pt>
    <dgm:pt modelId="{E455E3EF-9EF6-4D5E-9C6E-6E35E35A2322}" type="parTrans" cxnId="{3FA86558-A79D-40FB-B7A7-27A8D56A0747}">
      <dgm:prSet/>
      <dgm:spPr/>
      <dgm:t>
        <a:bodyPr/>
        <a:lstStyle/>
        <a:p>
          <a:endParaRPr lang="en-US"/>
        </a:p>
      </dgm:t>
    </dgm:pt>
    <dgm:pt modelId="{058737FE-F145-48AD-ABA2-37DBDB536DD4}" type="sibTrans" cxnId="{3FA86558-A79D-40FB-B7A7-27A8D56A0747}">
      <dgm:prSet/>
      <dgm:spPr/>
      <dgm:t>
        <a:bodyPr/>
        <a:lstStyle/>
        <a:p>
          <a:endParaRPr lang="en-US"/>
        </a:p>
      </dgm:t>
    </dgm:pt>
    <dgm:pt modelId="{4623C4F9-C9C8-4B59-B289-D8382729E834}">
      <dgm:prSet/>
      <dgm:spPr/>
      <dgm:t>
        <a:bodyPr/>
        <a:lstStyle/>
        <a:p>
          <a:r>
            <a:rPr lang="en-IN"/>
            <a:t>Data Type Fixes</a:t>
          </a:r>
          <a:endParaRPr lang="en-US"/>
        </a:p>
      </dgm:t>
    </dgm:pt>
    <dgm:pt modelId="{D143E2B0-5F38-45EA-89A3-D2CB9E2837C2}" type="parTrans" cxnId="{AFB24A20-ED30-4B93-9D77-054122469370}">
      <dgm:prSet/>
      <dgm:spPr/>
      <dgm:t>
        <a:bodyPr/>
        <a:lstStyle/>
        <a:p>
          <a:endParaRPr lang="en-US"/>
        </a:p>
      </dgm:t>
    </dgm:pt>
    <dgm:pt modelId="{B03D286B-4897-4837-AB28-44CB7FDBE2F4}" type="sibTrans" cxnId="{AFB24A20-ED30-4B93-9D77-054122469370}">
      <dgm:prSet/>
      <dgm:spPr/>
      <dgm:t>
        <a:bodyPr/>
        <a:lstStyle/>
        <a:p>
          <a:endParaRPr lang="en-US"/>
        </a:p>
      </dgm:t>
    </dgm:pt>
    <dgm:pt modelId="{086B834B-1583-40FA-958A-CC12F476537A}">
      <dgm:prSet/>
      <dgm:spPr/>
      <dgm:t>
        <a:bodyPr/>
        <a:lstStyle/>
        <a:p>
          <a:r>
            <a:rPr lang="en-IN"/>
            <a:t>Converted </a:t>
          </a:r>
          <a:r>
            <a:rPr lang="en-IN" i="1"/>
            <a:t>'policy_bind_date</a:t>
          </a:r>
          <a:r>
            <a:rPr lang="en-IN"/>
            <a:t>' and </a:t>
          </a:r>
          <a:r>
            <a:rPr lang="en-IN" i="1"/>
            <a:t>'incident_date</a:t>
          </a:r>
          <a:r>
            <a:rPr lang="en-IN"/>
            <a:t>' to datetime format.</a:t>
          </a:r>
          <a:endParaRPr lang="en-US"/>
        </a:p>
      </dgm:t>
    </dgm:pt>
    <dgm:pt modelId="{F038D8B5-7AEF-4305-A2E3-B1FFA6FB4034}" type="parTrans" cxnId="{F48B8888-B4E4-4061-AD96-FFFEB2CD5151}">
      <dgm:prSet/>
      <dgm:spPr/>
      <dgm:t>
        <a:bodyPr/>
        <a:lstStyle/>
        <a:p>
          <a:endParaRPr lang="en-US"/>
        </a:p>
      </dgm:t>
    </dgm:pt>
    <dgm:pt modelId="{C290C649-9985-422B-A4ED-24ADE6E62D33}" type="sibTrans" cxnId="{F48B8888-B4E4-4061-AD96-FFFEB2CD5151}">
      <dgm:prSet/>
      <dgm:spPr/>
      <dgm:t>
        <a:bodyPr/>
        <a:lstStyle/>
        <a:p>
          <a:endParaRPr lang="en-US"/>
        </a:p>
      </dgm:t>
    </dgm:pt>
    <dgm:pt modelId="{E6F6450F-CDE8-4D29-9C60-271FCD8F96C8}">
      <dgm:prSet/>
      <dgm:spPr/>
      <dgm:t>
        <a:bodyPr/>
        <a:lstStyle/>
        <a:p>
          <a:r>
            <a:rPr lang="en-IN"/>
            <a:t>Ensured consistency across data types for modeling.</a:t>
          </a:r>
          <a:endParaRPr lang="en-US"/>
        </a:p>
      </dgm:t>
    </dgm:pt>
    <dgm:pt modelId="{DA702A89-B507-4FA2-B1A9-0E75F7955001}" type="parTrans" cxnId="{C306CD97-E563-4AA5-8D29-5C235D0971B8}">
      <dgm:prSet/>
      <dgm:spPr/>
      <dgm:t>
        <a:bodyPr/>
        <a:lstStyle/>
        <a:p>
          <a:endParaRPr lang="en-US"/>
        </a:p>
      </dgm:t>
    </dgm:pt>
    <dgm:pt modelId="{035410FF-73ED-49BA-BD67-605B5BD57693}" type="sibTrans" cxnId="{C306CD97-E563-4AA5-8D29-5C235D0971B8}">
      <dgm:prSet/>
      <dgm:spPr/>
      <dgm:t>
        <a:bodyPr/>
        <a:lstStyle/>
        <a:p>
          <a:endParaRPr lang="en-US"/>
        </a:p>
      </dgm:t>
    </dgm:pt>
    <dgm:pt modelId="{E4DA3196-78D2-4685-85F5-01817DB982E7}" type="pres">
      <dgm:prSet presAssocID="{5B2AAF43-0680-46A2-92D2-A23DA851744A}" presName="root" presStyleCnt="0">
        <dgm:presLayoutVars>
          <dgm:dir/>
          <dgm:resizeHandles val="exact"/>
        </dgm:presLayoutVars>
      </dgm:prSet>
      <dgm:spPr/>
    </dgm:pt>
    <dgm:pt modelId="{C9973DF8-5458-4457-97C9-2BD1F36078CE}" type="pres">
      <dgm:prSet presAssocID="{21646F9C-5D78-4679-B500-19147FDF11EE}" presName="compNode" presStyleCnt="0"/>
      <dgm:spPr/>
    </dgm:pt>
    <dgm:pt modelId="{0F44F3A9-6362-4CB3-97E6-4ABC8AC77C04}" type="pres">
      <dgm:prSet presAssocID="{21646F9C-5D78-4679-B500-19147FDF11EE}" presName="bgRect" presStyleLbl="bgShp" presStyleIdx="0" presStyleCnt="4"/>
      <dgm:spPr/>
    </dgm:pt>
    <dgm:pt modelId="{D24DF025-AA59-4BBB-B96F-14F88BDAF295}" type="pres">
      <dgm:prSet presAssocID="{21646F9C-5D78-4679-B500-19147FDF11EE}"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Table"/>
        </a:ext>
      </dgm:extLst>
    </dgm:pt>
    <dgm:pt modelId="{095EFC3B-A7AD-4E21-8E0A-4CBAA91E419C}" type="pres">
      <dgm:prSet presAssocID="{21646F9C-5D78-4679-B500-19147FDF11EE}" presName="spaceRect" presStyleCnt="0"/>
      <dgm:spPr/>
    </dgm:pt>
    <dgm:pt modelId="{DED844FA-B4A9-482E-9043-3A90C26E578B}" type="pres">
      <dgm:prSet presAssocID="{21646F9C-5D78-4679-B500-19147FDF11EE}" presName="parTx" presStyleLbl="revTx" presStyleIdx="0" presStyleCnt="7">
        <dgm:presLayoutVars>
          <dgm:chMax val="0"/>
          <dgm:chPref val="0"/>
        </dgm:presLayoutVars>
      </dgm:prSet>
      <dgm:spPr/>
    </dgm:pt>
    <dgm:pt modelId="{ED8337B8-040D-41FA-A468-5D87527E428D}" type="pres">
      <dgm:prSet presAssocID="{4BAF9B06-6990-49F2-9B95-CFE8DA2EC125}" presName="sibTrans" presStyleCnt="0"/>
      <dgm:spPr/>
    </dgm:pt>
    <dgm:pt modelId="{027AE489-2A27-4EBB-9A97-3E3CF59B1029}" type="pres">
      <dgm:prSet presAssocID="{AF5F554D-261D-4B4A-A19E-D44EA72309C1}" presName="compNode" presStyleCnt="0"/>
      <dgm:spPr/>
    </dgm:pt>
    <dgm:pt modelId="{106C608C-8D31-49EB-8B21-36786B250F3A}" type="pres">
      <dgm:prSet presAssocID="{AF5F554D-261D-4B4A-A19E-D44EA72309C1}" presName="bgRect" presStyleLbl="bgShp" presStyleIdx="1" presStyleCnt="4"/>
      <dgm:spPr/>
    </dgm:pt>
    <dgm:pt modelId="{50DC1E75-24D4-412B-BE60-EF1FA70B60C9}" type="pres">
      <dgm:prSet presAssocID="{AF5F554D-261D-4B4A-A19E-D44EA72309C1}"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ospital"/>
        </a:ext>
      </dgm:extLst>
    </dgm:pt>
    <dgm:pt modelId="{815F09F1-538B-4A0A-9C71-FD5CE515ECB5}" type="pres">
      <dgm:prSet presAssocID="{AF5F554D-261D-4B4A-A19E-D44EA72309C1}" presName="spaceRect" presStyleCnt="0"/>
      <dgm:spPr/>
    </dgm:pt>
    <dgm:pt modelId="{5E9D6149-CDCB-4F3A-AE03-5815E9C1FA1B}" type="pres">
      <dgm:prSet presAssocID="{AF5F554D-261D-4B4A-A19E-D44EA72309C1}" presName="parTx" presStyleLbl="revTx" presStyleIdx="1" presStyleCnt="7">
        <dgm:presLayoutVars>
          <dgm:chMax val="0"/>
          <dgm:chPref val="0"/>
        </dgm:presLayoutVars>
      </dgm:prSet>
      <dgm:spPr/>
    </dgm:pt>
    <dgm:pt modelId="{50686035-9A1D-486D-B2D4-2182EB2B82CE}" type="pres">
      <dgm:prSet presAssocID="{AF5F554D-261D-4B4A-A19E-D44EA72309C1}" presName="desTx" presStyleLbl="revTx" presStyleIdx="2" presStyleCnt="7">
        <dgm:presLayoutVars/>
      </dgm:prSet>
      <dgm:spPr/>
    </dgm:pt>
    <dgm:pt modelId="{6E4AED05-3664-4F56-A3E5-077CF5BB4C9E}" type="pres">
      <dgm:prSet presAssocID="{042F6BFE-D069-4CE7-B446-8440ABBD4FF7}" presName="sibTrans" presStyleCnt="0"/>
      <dgm:spPr/>
    </dgm:pt>
    <dgm:pt modelId="{F790CDFC-20A9-495A-9C41-30035BD25BEC}" type="pres">
      <dgm:prSet presAssocID="{CCD0C056-5DEE-4760-9838-72FB6462E260}" presName="compNode" presStyleCnt="0"/>
      <dgm:spPr/>
    </dgm:pt>
    <dgm:pt modelId="{10E95BF4-D877-416E-8DC3-49E4DFC4368D}" type="pres">
      <dgm:prSet presAssocID="{CCD0C056-5DEE-4760-9838-72FB6462E260}" presName="bgRect" presStyleLbl="bgShp" presStyleIdx="2" presStyleCnt="4"/>
      <dgm:spPr/>
    </dgm:pt>
    <dgm:pt modelId="{32289B9A-1EA0-47BA-8BC8-79CF0BF355D6}" type="pres">
      <dgm:prSet presAssocID="{CCD0C056-5DEE-4760-9838-72FB6462E260}"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isconnected"/>
        </a:ext>
      </dgm:extLst>
    </dgm:pt>
    <dgm:pt modelId="{E6C4CECE-5621-457A-8849-A0744A1FA2E6}" type="pres">
      <dgm:prSet presAssocID="{CCD0C056-5DEE-4760-9838-72FB6462E260}" presName="spaceRect" presStyleCnt="0"/>
      <dgm:spPr/>
    </dgm:pt>
    <dgm:pt modelId="{E5873764-7656-4569-9A1F-2B1AEFF9B8C8}" type="pres">
      <dgm:prSet presAssocID="{CCD0C056-5DEE-4760-9838-72FB6462E260}" presName="parTx" presStyleLbl="revTx" presStyleIdx="3" presStyleCnt="7">
        <dgm:presLayoutVars>
          <dgm:chMax val="0"/>
          <dgm:chPref val="0"/>
        </dgm:presLayoutVars>
      </dgm:prSet>
      <dgm:spPr/>
    </dgm:pt>
    <dgm:pt modelId="{3869099A-2D49-42AE-82DA-C02F3608D25C}" type="pres">
      <dgm:prSet presAssocID="{CCD0C056-5DEE-4760-9838-72FB6462E260}" presName="desTx" presStyleLbl="revTx" presStyleIdx="4" presStyleCnt="7">
        <dgm:presLayoutVars/>
      </dgm:prSet>
      <dgm:spPr/>
    </dgm:pt>
    <dgm:pt modelId="{061FC667-3F30-4A98-8FF2-B1F55D50B741}" type="pres">
      <dgm:prSet presAssocID="{62E48975-FB17-47EF-AD11-7CDB841B8485}" presName="sibTrans" presStyleCnt="0"/>
      <dgm:spPr/>
    </dgm:pt>
    <dgm:pt modelId="{3FFC63A4-3814-4893-BFAC-8FB0D3012A02}" type="pres">
      <dgm:prSet presAssocID="{4623C4F9-C9C8-4B59-B289-D8382729E834}" presName="compNode" presStyleCnt="0"/>
      <dgm:spPr/>
    </dgm:pt>
    <dgm:pt modelId="{86FAB0E6-141C-4EDD-A40A-F46A53A67FBA}" type="pres">
      <dgm:prSet presAssocID="{4623C4F9-C9C8-4B59-B289-D8382729E834}" presName="bgRect" presStyleLbl="bgShp" presStyleIdx="3" presStyleCnt="4"/>
      <dgm:spPr/>
    </dgm:pt>
    <dgm:pt modelId="{939F14BC-8E28-4798-BD77-2DC1363EB952}" type="pres">
      <dgm:prSet presAssocID="{4623C4F9-C9C8-4B59-B289-D8382729E834}"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pen Folder"/>
        </a:ext>
      </dgm:extLst>
    </dgm:pt>
    <dgm:pt modelId="{6DFD56E7-C765-449C-A225-4A176357F273}" type="pres">
      <dgm:prSet presAssocID="{4623C4F9-C9C8-4B59-B289-D8382729E834}" presName="spaceRect" presStyleCnt="0"/>
      <dgm:spPr/>
    </dgm:pt>
    <dgm:pt modelId="{76917ED3-381A-4641-9CA3-AF31B6907D86}" type="pres">
      <dgm:prSet presAssocID="{4623C4F9-C9C8-4B59-B289-D8382729E834}" presName="parTx" presStyleLbl="revTx" presStyleIdx="5" presStyleCnt="7">
        <dgm:presLayoutVars>
          <dgm:chMax val="0"/>
          <dgm:chPref val="0"/>
        </dgm:presLayoutVars>
      </dgm:prSet>
      <dgm:spPr/>
    </dgm:pt>
    <dgm:pt modelId="{E2164D2B-350F-4773-B135-0233C4724DAD}" type="pres">
      <dgm:prSet presAssocID="{4623C4F9-C9C8-4B59-B289-D8382729E834}" presName="desTx" presStyleLbl="revTx" presStyleIdx="6" presStyleCnt="7">
        <dgm:presLayoutVars/>
      </dgm:prSet>
      <dgm:spPr/>
    </dgm:pt>
  </dgm:ptLst>
  <dgm:cxnLst>
    <dgm:cxn modelId="{FC86BE16-74DB-456F-B7DE-64A551646361}" type="presOf" srcId="{B91A9503-E117-49F1-8704-A0D9F4BB8682}" destId="{50686035-9A1D-486D-B2D4-2182EB2B82CE}" srcOrd="0" destOrd="1" presId="urn:microsoft.com/office/officeart/2018/2/layout/IconVerticalSolidList"/>
    <dgm:cxn modelId="{AFB24A20-ED30-4B93-9D77-054122469370}" srcId="{5B2AAF43-0680-46A2-92D2-A23DA851744A}" destId="{4623C4F9-C9C8-4B59-B289-D8382729E834}" srcOrd="3" destOrd="0" parTransId="{D143E2B0-5F38-45EA-89A3-D2CB9E2837C2}" sibTransId="{B03D286B-4897-4837-AB28-44CB7FDBE2F4}"/>
    <dgm:cxn modelId="{56FF6628-5C0A-4E5B-A62F-A4578E51EFDA}" type="presOf" srcId="{AF5F554D-261D-4B4A-A19E-D44EA72309C1}" destId="{5E9D6149-CDCB-4F3A-AE03-5815E9C1FA1B}" srcOrd="0" destOrd="0" presId="urn:microsoft.com/office/officeart/2018/2/layout/IconVerticalSolidList"/>
    <dgm:cxn modelId="{8D04E23E-A614-4E9A-AE48-12E0F43AB39B}" srcId="{CCD0C056-5DEE-4760-9838-72FB6462E260}" destId="{F6B4F085-C4A8-48A5-9CAA-5DB9027CF8EA}" srcOrd="1" destOrd="0" parTransId="{5D2CB80F-C021-4E0D-AF97-31B2A87F238F}" sibTransId="{7BF75BA8-C9BD-447E-B9DE-64C2FB257B7F}"/>
    <dgm:cxn modelId="{717ED347-99B2-4480-B7B0-A737BB0CAD9B}" type="presOf" srcId="{21646F9C-5D78-4679-B500-19147FDF11EE}" destId="{DED844FA-B4A9-482E-9043-3A90C26E578B}" srcOrd="0" destOrd="0" presId="urn:microsoft.com/office/officeart/2018/2/layout/IconVerticalSolidList"/>
    <dgm:cxn modelId="{3004A353-5BE2-4E7F-BF49-E5CA66D42BCF}" srcId="{CCD0C056-5DEE-4760-9838-72FB6462E260}" destId="{DD0A0572-DAFB-46C9-8E61-CE9C7856188C}" srcOrd="0" destOrd="0" parTransId="{40B52581-4361-4BB4-9D48-1042C51BAC5D}" sibTransId="{44496783-6F1E-4A53-8310-2E376E814193}"/>
    <dgm:cxn modelId="{9C1F7D57-187C-49AC-A9B8-DCA9AD8F36B1}" srcId="{AF5F554D-261D-4B4A-A19E-D44EA72309C1}" destId="{324A31E3-22CC-4B29-862F-9C726D079478}" srcOrd="0" destOrd="0" parTransId="{D3051BB2-C4AE-4E31-B9A1-E0C82A0073A3}" sibTransId="{67728208-6C63-4F20-B7C6-B10FDDD246A0}"/>
    <dgm:cxn modelId="{3FA86558-A79D-40FB-B7A7-27A8D56A0747}" srcId="{CCD0C056-5DEE-4760-9838-72FB6462E260}" destId="{9A0C801C-79B5-40EB-B535-1C489EAC515C}" srcOrd="2" destOrd="0" parTransId="{E455E3EF-9EF6-4D5E-9C6E-6E35E35A2322}" sibTransId="{058737FE-F145-48AD-ABA2-37DBDB536DD4}"/>
    <dgm:cxn modelId="{C978885F-2632-4C20-97E0-0DEFED81ED92}" srcId="{5B2AAF43-0680-46A2-92D2-A23DA851744A}" destId="{CCD0C056-5DEE-4760-9838-72FB6462E260}" srcOrd="2" destOrd="0" parTransId="{46CE1B2C-54EF-44BF-83C4-70CA86170C56}" sibTransId="{62E48975-FB17-47EF-AD11-7CDB841B8485}"/>
    <dgm:cxn modelId="{FCE38761-FB66-429C-8570-52B5B3E30D29}" type="presOf" srcId="{086B834B-1583-40FA-958A-CC12F476537A}" destId="{E2164D2B-350F-4773-B135-0233C4724DAD}" srcOrd="0" destOrd="0" presId="urn:microsoft.com/office/officeart/2018/2/layout/IconVerticalSolidList"/>
    <dgm:cxn modelId="{7F16B062-BCF5-436A-B901-E6E2A395A918}" type="presOf" srcId="{F6B4F085-C4A8-48A5-9CAA-5DB9027CF8EA}" destId="{3869099A-2D49-42AE-82DA-C02F3608D25C}" srcOrd="0" destOrd="1" presId="urn:microsoft.com/office/officeart/2018/2/layout/IconVerticalSolidList"/>
    <dgm:cxn modelId="{AFA6B567-E4D2-49F5-BA01-D5A915104948}" srcId="{5B2AAF43-0680-46A2-92D2-A23DA851744A}" destId="{21646F9C-5D78-4679-B500-19147FDF11EE}" srcOrd="0" destOrd="0" parTransId="{7E052D66-7D7D-41A1-AF2D-BAAD906B84DA}" sibTransId="{4BAF9B06-6990-49F2-9B95-CFE8DA2EC125}"/>
    <dgm:cxn modelId="{EB41E868-4D10-4358-BD0F-97A34810EE63}" type="presOf" srcId="{E6F6450F-CDE8-4D29-9C60-271FCD8F96C8}" destId="{E2164D2B-350F-4773-B135-0233C4724DAD}" srcOrd="0" destOrd="1" presId="urn:microsoft.com/office/officeart/2018/2/layout/IconVerticalSolidList"/>
    <dgm:cxn modelId="{D656D16E-15BA-4777-A4C5-1ADCD09AA639}" srcId="{AF5F554D-261D-4B4A-A19E-D44EA72309C1}" destId="{B91A9503-E117-49F1-8704-A0D9F4BB8682}" srcOrd="1" destOrd="0" parTransId="{804360DA-07FF-47DC-A680-FD5EE10637FB}" sibTransId="{4455C23A-7E59-44DF-8657-392AD4A70E24}"/>
    <dgm:cxn modelId="{CE78A284-41A3-4DBE-A259-38E522D300FE}" type="presOf" srcId="{DD0A0572-DAFB-46C9-8E61-CE9C7856188C}" destId="{3869099A-2D49-42AE-82DA-C02F3608D25C}" srcOrd="0" destOrd="0" presId="urn:microsoft.com/office/officeart/2018/2/layout/IconVerticalSolidList"/>
    <dgm:cxn modelId="{F48B8888-B4E4-4061-AD96-FFFEB2CD5151}" srcId="{4623C4F9-C9C8-4B59-B289-D8382729E834}" destId="{086B834B-1583-40FA-958A-CC12F476537A}" srcOrd="0" destOrd="0" parTransId="{F038D8B5-7AEF-4305-A2E3-B1FFA6FB4034}" sibTransId="{C290C649-9985-422B-A4ED-24ADE6E62D33}"/>
    <dgm:cxn modelId="{C306CD97-E563-4AA5-8D29-5C235D0971B8}" srcId="{4623C4F9-C9C8-4B59-B289-D8382729E834}" destId="{E6F6450F-CDE8-4D29-9C60-271FCD8F96C8}" srcOrd="1" destOrd="0" parTransId="{DA702A89-B507-4FA2-B1A9-0E75F7955001}" sibTransId="{035410FF-73ED-49BA-BD67-605B5BD57693}"/>
    <dgm:cxn modelId="{515EC89F-5F84-434F-A92D-6A1273BD2985}" type="presOf" srcId="{4623C4F9-C9C8-4B59-B289-D8382729E834}" destId="{76917ED3-381A-4641-9CA3-AF31B6907D86}" srcOrd="0" destOrd="0" presId="urn:microsoft.com/office/officeart/2018/2/layout/IconVerticalSolidList"/>
    <dgm:cxn modelId="{9CA363A4-5FDD-4800-9443-A7884F165AB9}" type="presOf" srcId="{324A31E3-22CC-4B29-862F-9C726D079478}" destId="{50686035-9A1D-486D-B2D4-2182EB2B82CE}" srcOrd="0" destOrd="0" presId="urn:microsoft.com/office/officeart/2018/2/layout/IconVerticalSolidList"/>
    <dgm:cxn modelId="{BC85D4B9-7381-4164-9D50-F34EC5DAB875}" type="presOf" srcId="{CCD0C056-5DEE-4760-9838-72FB6462E260}" destId="{E5873764-7656-4569-9A1F-2B1AEFF9B8C8}" srcOrd="0" destOrd="0" presId="urn:microsoft.com/office/officeart/2018/2/layout/IconVerticalSolidList"/>
    <dgm:cxn modelId="{64F286E3-C185-408E-89AA-F399B5D4DA84}" type="presOf" srcId="{9A0C801C-79B5-40EB-B535-1C489EAC515C}" destId="{3869099A-2D49-42AE-82DA-C02F3608D25C}" srcOrd="0" destOrd="2" presId="urn:microsoft.com/office/officeart/2018/2/layout/IconVerticalSolidList"/>
    <dgm:cxn modelId="{A9665CE4-34BC-42C1-A39F-497AC7CB81A5}" srcId="{5B2AAF43-0680-46A2-92D2-A23DA851744A}" destId="{AF5F554D-261D-4B4A-A19E-D44EA72309C1}" srcOrd="1" destOrd="0" parTransId="{0C7BAE23-2B6E-40B6-9D3F-D427C4E2BFFF}" sibTransId="{042F6BFE-D069-4CE7-B446-8440ABBD4FF7}"/>
    <dgm:cxn modelId="{408B52ED-C480-40C5-B097-EDD7DEDD896A}" type="presOf" srcId="{5B2AAF43-0680-46A2-92D2-A23DA851744A}" destId="{E4DA3196-78D2-4685-85F5-01817DB982E7}" srcOrd="0" destOrd="0" presId="urn:microsoft.com/office/officeart/2018/2/layout/IconVerticalSolidList"/>
    <dgm:cxn modelId="{9F663FCA-D4DC-42DF-9E49-F2EA3C67F1A4}" type="presParOf" srcId="{E4DA3196-78D2-4685-85F5-01817DB982E7}" destId="{C9973DF8-5458-4457-97C9-2BD1F36078CE}" srcOrd="0" destOrd="0" presId="urn:microsoft.com/office/officeart/2018/2/layout/IconVerticalSolidList"/>
    <dgm:cxn modelId="{A4198495-20F7-44EB-B878-AFEC42DAF0B8}" type="presParOf" srcId="{C9973DF8-5458-4457-97C9-2BD1F36078CE}" destId="{0F44F3A9-6362-4CB3-97E6-4ABC8AC77C04}" srcOrd="0" destOrd="0" presId="urn:microsoft.com/office/officeart/2018/2/layout/IconVerticalSolidList"/>
    <dgm:cxn modelId="{D7A8EE1E-7BEF-420E-8EB6-25758266EE1B}" type="presParOf" srcId="{C9973DF8-5458-4457-97C9-2BD1F36078CE}" destId="{D24DF025-AA59-4BBB-B96F-14F88BDAF295}" srcOrd="1" destOrd="0" presId="urn:microsoft.com/office/officeart/2018/2/layout/IconVerticalSolidList"/>
    <dgm:cxn modelId="{AA673FD1-49D9-4B99-902B-9E4CF6B4CB33}" type="presParOf" srcId="{C9973DF8-5458-4457-97C9-2BD1F36078CE}" destId="{095EFC3B-A7AD-4E21-8E0A-4CBAA91E419C}" srcOrd="2" destOrd="0" presId="urn:microsoft.com/office/officeart/2018/2/layout/IconVerticalSolidList"/>
    <dgm:cxn modelId="{9A285B10-FFCB-4DC4-B887-B530E5B0BF3E}" type="presParOf" srcId="{C9973DF8-5458-4457-97C9-2BD1F36078CE}" destId="{DED844FA-B4A9-482E-9043-3A90C26E578B}" srcOrd="3" destOrd="0" presId="urn:microsoft.com/office/officeart/2018/2/layout/IconVerticalSolidList"/>
    <dgm:cxn modelId="{E4610AE5-3025-43FD-8C1B-564BA722E085}" type="presParOf" srcId="{E4DA3196-78D2-4685-85F5-01817DB982E7}" destId="{ED8337B8-040D-41FA-A468-5D87527E428D}" srcOrd="1" destOrd="0" presId="urn:microsoft.com/office/officeart/2018/2/layout/IconVerticalSolidList"/>
    <dgm:cxn modelId="{3BE80FB3-BE6F-4171-99F9-E0A73C5E733C}" type="presParOf" srcId="{E4DA3196-78D2-4685-85F5-01817DB982E7}" destId="{027AE489-2A27-4EBB-9A97-3E3CF59B1029}" srcOrd="2" destOrd="0" presId="urn:microsoft.com/office/officeart/2018/2/layout/IconVerticalSolidList"/>
    <dgm:cxn modelId="{F04035D4-F621-4848-8CB6-6CB7E2F2EA1D}" type="presParOf" srcId="{027AE489-2A27-4EBB-9A97-3E3CF59B1029}" destId="{106C608C-8D31-49EB-8B21-36786B250F3A}" srcOrd="0" destOrd="0" presId="urn:microsoft.com/office/officeart/2018/2/layout/IconVerticalSolidList"/>
    <dgm:cxn modelId="{99E147C2-2442-4140-81D0-8A386A7BE25D}" type="presParOf" srcId="{027AE489-2A27-4EBB-9A97-3E3CF59B1029}" destId="{50DC1E75-24D4-412B-BE60-EF1FA70B60C9}" srcOrd="1" destOrd="0" presId="urn:microsoft.com/office/officeart/2018/2/layout/IconVerticalSolidList"/>
    <dgm:cxn modelId="{60741911-B7ED-4F57-966B-B0CCE9D67B76}" type="presParOf" srcId="{027AE489-2A27-4EBB-9A97-3E3CF59B1029}" destId="{815F09F1-538B-4A0A-9C71-FD5CE515ECB5}" srcOrd="2" destOrd="0" presId="urn:microsoft.com/office/officeart/2018/2/layout/IconVerticalSolidList"/>
    <dgm:cxn modelId="{23C10EA5-5833-4B81-8426-91E63589FB91}" type="presParOf" srcId="{027AE489-2A27-4EBB-9A97-3E3CF59B1029}" destId="{5E9D6149-CDCB-4F3A-AE03-5815E9C1FA1B}" srcOrd="3" destOrd="0" presId="urn:microsoft.com/office/officeart/2018/2/layout/IconVerticalSolidList"/>
    <dgm:cxn modelId="{C6387E3E-98CB-479D-8AF4-E2167C3F5085}" type="presParOf" srcId="{027AE489-2A27-4EBB-9A97-3E3CF59B1029}" destId="{50686035-9A1D-486D-B2D4-2182EB2B82CE}" srcOrd="4" destOrd="0" presId="urn:microsoft.com/office/officeart/2018/2/layout/IconVerticalSolidList"/>
    <dgm:cxn modelId="{99339EC0-A638-46F7-ADED-450FE46B8D48}" type="presParOf" srcId="{E4DA3196-78D2-4685-85F5-01817DB982E7}" destId="{6E4AED05-3664-4F56-A3E5-077CF5BB4C9E}" srcOrd="3" destOrd="0" presId="urn:microsoft.com/office/officeart/2018/2/layout/IconVerticalSolidList"/>
    <dgm:cxn modelId="{5BBBBBB3-7641-4DF5-804B-6D6BF3066D3F}" type="presParOf" srcId="{E4DA3196-78D2-4685-85F5-01817DB982E7}" destId="{F790CDFC-20A9-495A-9C41-30035BD25BEC}" srcOrd="4" destOrd="0" presId="urn:microsoft.com/office/officeart/2018/2/layout/IconVerticalSolidList"/>
    <dgm:cxn modelId="{5B4F4BDA-C7C7-4041-A905-CEBF516C83F5}" type="presParOf" srcId="{F790CDFC-20A9-495A-9C41-30035BD25BEC}" destId="{10E95BF4-D877-416E-8DC3-49E4DFC4368D}" srcOrd="0" destOrd="0" presId="urn:microsoft.com/office/officeart/2018/2/layout/IconVerticalSolidList"/>
    <dgm:cxn modelId="{1480ADD5-C17E-424E-AD2C-90425A4F05C6}" type="presParOf" srcId="{F790CDFC-20A9-495A-9C41-30035BD25BEC}" destId="{32289B9A-1EA0-47BA-8BC8-79CF0BF355D6}" srcOrd="1" destOrd="0" presId="urn:microsoft.com/office/officeart/2018/2/layout/IconVerticalSolidList"/>
    <dgm:cxn modelId="{E910A97E-6963-4DAB-86DB-6CBC6911BCC7}" type="presParOf" srcId="{F790CDFC-20A9-495A-9C41-30035BD25BEC}" destId="{E6C4CECE-5621-457A-8849-A0744A1FA2E6}" srcOrd="2" destOrd="0" presId="urn:microsoft.com/office/officeart/2018/2/layout/IconVerticalSolidList"/>
    <dgm:cxn modelId="{D5DBE3C0-4449-4BEA-985E-118EC18107BD}" type="presParOf" srcId="{F790CDFC-20A9-495A-9C41-30035BD25BEC}" destId="{E5873764-7656-4569-9A1F-2B1AEFF9B8C8}" srcOrd="3" destOrd="0" presId="urn:microsoft.com/office/officeart/2018/2/layout/IconVerticalSolidList"/>
    <dgm:cxn modelId="{8C0ACAF1-4880-4BD3-BE15-A9E2BB2FD53A}" type="presParOf" srcId="{F790CDFC-20A9-495A-9C41-30035BD25BEC}" destId="{3869099A-2D49-42AE-82DA-C02F3608D25C}" srcOrd="4" destOrd="0" presId="urn:microsoft.com/office/officeart/2018/2/layout/IconVerticalSolidList"/>
    <dgm:cxn modelId="{EE1066C3-B1D0-4246-A01A-08A02FED1808}" type="presParOf" srcId="{E4DA3196-78D2-4685-85F5-01817DB982E7}" destId="{061FC667-3F30-4A98-8FF2-B1F55D50B741}" srcOrd="5" destOrd="0" presId="urn:microsoft.com/office/officeart/2018/2/layout/IconVerticalSolidList"/>
    <dgm:cxn modelId="{C89F8A40-FD59-4CFB-AD34-8A7FD4B71309}" type="presParOf" srcId="{E4DA3196-78D2-4685-85F5-01817DB982E7}" destId="{3FFC63A4-3814-4893-BFAC-8FB0D3012A02}" srcOrd="6" destOrd="0" presId="urn:microsoft.com/office/officeart/2018/2/layout/IconVerticalSolidList"/>
    <dgm:cxn modelId="{0EADDA36-FD53-4DB8-B27B-656E61093ADB}" type="presParOf" srcId="{3FFC63A4-3814-4893-BFAC-8FB0D3012A02}" destId="{86FAB0E6-141C-4EDD-A40A-F46A53A67FBA}" srcOrd="0" destOrd="0" presId="urn:microsoft.com/office/officeart/2018/2/layout/IconVerticalSolidList"/>
    <dgm:cxn modelId="{AC5EB3D6-DEFB-4961-9DC4-B8C80849DFD0}" type="presParOf" srcId="{3FFC63A4-3814-4893-BFAC-8FB0D3012A02}" destId="{939F14BC-8E28-4798-BD77-2DC1363EB952}" srcOrd="1" destOrd="0" presId="urn:microsoft.com/office/officeart/2018/2/layout/IconVerticalSolidList"/>
    <dgm:cxn modelId="{21E5B2A0-3D2D-4E0B-ACF3-20B3F9CE5E39}" type="presParOf" srcId="{3FFC63A4-3814-4893-BFAC-8FB0D3012A02}" destId="{6DFD56E7-C765-449C-A225-4A176357F273}" srcOrd="2" destOrd="0" presId="urn:microsoft.com/office/officeart/2018/2/layout/IconVerticalSolidList"/>
    <dgm:cxn modelId="{6C00AC98-C26A-4B90-B8F7-A1843FEB5FB2}" type="presParOf" srcId="{3FFC63A4-3814-4893-BFAC-8FB0D3012A02}" destId="{76917ED3-381A-4641-9CA3-AF31B6907D86}" srcOrd="3" destOrd="0" presId="urn:microsoft.com/office/officeart/2018/2/layout/IconVerticalSolidList"/>
    <dgm:cxn modelId="{520CD9BC-B8AD-4E29-8181-6AAC6AE56E0F}" type="presParOf" srcId="{3FFC63A4-3814-4893-BFAC-8FB0D3012A02}" destId="{E2164D2B-350F-4773-B135-0233C4724DAD}"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2504614-E6B2-4BB4-9EDE-9A7933B4338C}"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08C00F0A-3B27-4965-89DB-93983F53DDB3}">
      <dgm:prSet/>
      <dgm:spPr/>
      <dgm:t>
        <a:bodyPr/>
        <a:lstStyle/>
        <a:p>
          <a:pPr>
            <a:defRPr cap="all"/>
          </a:pPr>
          <a:r>
            <a:rPr lang="en-US"/>
            <a:t>Dataset split into 70% training and 30% validation.</a:t>
          </a:r>
        </a:p>
      </dgm:t>
    </dgm:pt>
    <dgm:pt modelId="{EF1049C7-F738-4E8E-BEA0-AE99AB89BB34}" type="parTrans" cxnId="{CCFF91CD-17C4-4104-B9ED-069DF5C80DD4}">
      <dgm:prSet/>
      <dgm:spPr/>
      <dgm:t>
        <a:bodyPr/>
        <a:lstStyle/>
        <a:p>
          <a:endParaRPr lang="en-US"/>
        </a:p>
      </dgm:t>
    </dgm:pt>
    <dgm:pt modelId="{42D55E3D-66C2-4D13-A2C1-732A61ACC4F1}" type="sibTrans" cxnId="{CCFF91CD-17C4-4104-B9ED-069DF5C80DD4}">
      <dgm:prSet/>
      <dgm:spPr/>
      <dgm:t>
        <a:bodyPr/>
        <a:lstStyle/>
        <a:p>
          <a:endParaRPr lang="en-US"/>
        </a:p>
      </dgm:t>
    </dgm:pt>
    <dgm:pt modelId="{685E00AF-6634-443F-808A-D4B19771F1DC}">
      <dgm:prSet/>
      <dgm:spPr/>
      <dgm:t>
        <a:bodyPr/>
        <a:lstStyle/>
        <a:p>
          <a:pPr>
            <a:defRPr cap="all"/>
          </a:pPr>
          <a:r>
            <a:rPr lang="en-US"/>
            <a:t>Ensures evaluation of model performance on unseen data.</a:t>
          </a:r>
        </a:p>
      </dgm:t>
    </dgm:pt>
    <dgm:pt modelId="{F58F21D0-9FBD-4FEA-8E91-D1A3BF61785E}" type="parTrans" cxnId="{C91B15D2-A333-4542-9967-369600947D5B}">
      <dgm:prSet/>
      <dgm:spPr/>
      <dgm:t>
        <a:bodyPr/>
        <a:lstStyle/>
        <a:p>
          <a:endParaRPr lang="en-US"/>
        </a:p>
      </dgm:t>
    </dgm:pt>
    <dgm:pt modelId="{772E0A4C-BFF2-4E7E-918B-110547B4A9D0}" type="sibTrans" cxnId="{C91B15D2-A333-4542-9967-369600947D5B}">
      <dgm:prSet/>
      <dgm:spPr/>
      <dgm:t>
        <a:bodyPr/>
        <a:lstStyle/>
        <a:p>
          <a:endParaRPr lang="en-US"/>
        </a:p>
      </dgm:t>
    </dgm:pt>
    <dgm:pt modelId="{15EE7184-5AD5-4550-AFCE-3CEA34060CC3}">
      <dgm:prSet/>
      <dgm:spPr/>
      <dgm:t>
        <a:bodyPr/>
        <a:lstStyle/>
        <a:p>
          <a:pPr>
            <a:defRPr cap="all"/>
          </a:pPr>
          <a:r>
            <a:rPr lang="en-US"/>
            <a:t>Stratified sampling used to preserve fraud class balance.</a:t>
          </a:r>
        </a:p>
      </dgm:t>
    </dgm:pt>
    <dgm:pt modelId="{5A7FA41E-37C4-481B-8240-27FAF5D1DE11}" type="parTrans" cxnId="{4FDE2E20-3DD8-41A8-901D-B896B55ADDFD}">
      <dgm:prSet/>
      <dgm:spPr/>
      <dgm:t>
        <a:bodyPr/>
        <a:lstStyle/>
        <a:p>
          <a:endParaRPr lang="en-US"/>
        </a:p>
      </dgm:t>
    </dgm:pt>
    <dgm:pt modelId="{638BE0B1-20FD-4A07-A68C-8D2AD38F34E6}" type="sibTrans" cxnId="{4FDE2E20-3DD8-41A8-901D-B896B55ADDFD}">
      <dgm:prSet/>
      <dgm:spPr/>
      <dgm:t>
        <a:bodyPr/>
        <a:lstStyle/>
        <a:p>
          <a:endParaRPr lang="en-US"/>
        </a:p>
      </dgm:t>
    </dgm:pt>
    <dgm:pt modelId="{58BDCC52-14B0-42E4-99C9-05E1F1E78D1C}">
      <dgm:prSet/>
      <dgm:spPr/>
      <dgm:t>
        <a:bodyPr/>
        <a:lstStyle/>
        <a:p>
          <a:pPr>
            <a:defRPr cap="all"/>
          </a:pPr>
          <a:r>
            <a:rPr lang="en-US"/>
            <a:t>Prevents overfitting and provides fair performance estimation.</a:t>
          </a:r>
        </a:p>
      </dgm:t>
    </dgm:pt>
    <dgm:pt modelId="{C851D49E-DD80-4544-B270-39E6F1CD190F}" type="parTrans" cxnId="{9719668D-75A0-43EB-B466-98E473FD2B28}">
      <dgm:prSet/>
      <dgm:spPr/>
      <dgm:t>
        <a:bodyPr/>
        <a:lstStyle/>
        <a:p>
          <a:endParaRPr lang="en-US"/>
        </a:p>
      </dgm:t>
    </dgm:pt>
    <dgm:pt modelId="{DA1E688C-282A-4F7C-A832-3FC4D32B9E4A}" type="sibTrans" cxnId="{9719668D-75A0-43EB-B466-98E473FD2B28}">
      <dgm:prSet/>
      <dgm:spPr/>
      <dgm:t>
        <a:bodyPr/>
        <a:lstStyle/>
        <a:p>
          <a:endParaRPr lang="en-US"/>
        </a:p>
      </dgm:t>
    </dgm:pt>
    <dgm:pt modelId="{D1733005-1CE2-4E6F-83D6-A9C41F562037}" type="pres">
      <dgm:prSet presAssocID="{12504614-E6B2-4BB4-9EDE-9A7933B4338C}" presName="root" presStyleCnt="0">
        <dgm:presLayoutVars>
          <dgm:dir/>
          <dgm:resizeHandles val="exact"/>
        </dgm:presLayoutVars>
      </dgm:prSet>
      <dgm:spPr/>
    </dgm:pt>
    <dgm:pt modelId="{1A540438-0691-4C13-AAB5-070509CDFF38}" type="pres">
      <dgm:prSet presAssocID="{08C00F0A-3B27-4965-89DB-93983F53DDB3}" presName="compNode" presStyleCnt="0"/>
      <dgm:spPr/>
    </dgm:pt>
    <dgm:pt modelId="{A8AE006A-9A73-4A8C-B972-7C74BE92DF42}" type="pres">
      <dgm:prSet presAssocID="{08C00F0A-3B27-4965-89DB-93983F53DDB3}" presName="iconBgRect" presStyleLbl="bgShp" presStyleIdx="0" presStyleCnt="4"/>
      <dgm:spPr/>
    </dgm:pt>
    <dgm:pt modelId="{C02A6E32-7063-445D-9CDE-6DEF7F6661F7}" type="pres">
      <dgm:prSet presAssocID="{08C00F0A-3B27-4965-89DB-93983F53DDB3}"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atistics"/>
        </a:ext>
      </dgm:extLst>
    </dgm:pt>
    <dgm:pt modelId="{0DB26FC0-B199-47AE-ABD4-92E9E7023515}" type="pres">
      <dgm:prSet presAssocID="{08C00F0A-3B27-4965-89DB-93983F53DDB3}" presName="spaceRect" presStyleCnt="0"/>
      <dgm:spPr/>
    </dgm:pt>
    <dgm:pt modelId="{D09339EE-B981-42B3-939C-1E9AEF24147E}" type="pres">
      <dgm:prSet presAssocID="{08C00F0A-3B27-4965-89DB-93983F53DDB3}" presName="textRect" presStyleLbl="revTx" presStyleIdx="0" presStyleCnt="4">
        <dgm:presLayoutVars>
          <dgm:chMax val="1"/>
          <dgm:chPref val="1"/>
        </dgm:presLayoutVars>
      </dgm:prSet>
      <dgm:spPr/>
    </dgm:pt>
    <dgm:pt modelId="{20303546-E73D-4A00-AC08-A06F5FAFE346}" type="pres">
      <dgm:prSet presAssocID="{42D55E3D-66C2-4D13-A2C1-732A61ACC4F1}" presName="sibTrans" presStyleCnt="0"/>
      <dgm:spPr/>
    </dgm:pt>
    <dgm:pt modelId="{7179F0D6-1F00-45D2-8F60-DC474C5023E1}" type="pres">
      <dgm:prSet presAssocID="{685E00AF-6634-443F-808A-D4B19771F1DC}" presName="compNode" presStyleCnt="0"/>
      <dgm:spPr/>
    </dgm:pt>
    <dgm:pt modelId="{D69ECE56-2A8B-4856-9BFE-EB0A84C0D214}" type="pres">
      <dgm:prSet presAssocID="{685E00AF-6634-443F-808A-D4B19771F1DC}" presName="iconBgRect" presStyleLbl="bgShp" presStyleIdx="1" presStyleCnt="4"/>
      <dgm:spPr/>
    </dgm:pt>
    <dgm:pt modelId="{847F992A-5779-4FBF-9485-C5A653CEDF8A}" type="pres">
      <dgm:prSet presAssocID="{685E00AF-6634-443F-808A-D4B19771F1DC}"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lind"/>
        </a:ext>
      </dgm:extLst>
    </dgm:pt>
    <dgm:pt modelId="{789FE09B-7E2C-4BBD-AFDF-F91840006EB1}" type="pres">
      <dgm:prSet presAssocID="{685E00AF-6634-443F-808A-D4B19771F1DC}" presName="spaceRect" presStyleCnt="0"/>
      <dgm:spPr/>
    </dgm:pt>
    <dgm:pt modelId="{214005AE-A99B-40E5-8EA2-2C35DE9E4C3D}" type="pres">
      <dgm:prSet presAssocID="{685E00AF-6634-443F-808A-D4B19771F1DC}" presName="textRect" presStyleLbl="revTx" presStyleIdx="1" presStyleCnt="4">
        <dgm:presLayoutVars>
          <dgm:chMax val="1"/>
          <dgm:chPref val="1"/>
        </dgm:presLayoutVars>
      </dgm:prSet>
      <dgm:spPr/>
    </dgm:pt>
    <dgm:pt modelId="{A900FE1B-59C7-4F90-AA44-0672505FC79C}" type="pres">
      <dgm:prSet presAssocID="{772E0A4C-BFF2-4E7E-918B-110547B4A9D0}" presName="sibTrans" presStyleCnt="0"/>
      <dgm:spPr/>
    </dgm:pt>
    <dgm:pt modelId="{163D9839-F076-4EFA-B43C-366580FF7B03}" type="pres">
      <dgm:prSet presAssocID="{15EE7184-5AD5-4550-AFCE-3CEA34060CC3}" presName="compNode" presStyleCnt="0"/>
      <dgm:spPr/>
    </dgm:pt>
    <dgm:pt modelId="{E7967C9B-9CF6-4821-BD88-4DF5ACD24119}" type="pres">
      <dgm:prSet presAssocID="{15EE7184-5AD5-4550-AFCE-3CEA34060CC3}" presName="iconBgRect" presStyleLbl="bgShp" presStyleIdx="2" presStyleCnt="4"/>
      <dgm:spPr/>
    </dgm:pt>
    <dgm:pt modelId="{268FE215-69E0-4570-98A6-F40562BC14A5}" type="pres">
      <dgm:prSet presAssocID="{15EE7184-5AD5-4550-AFCE-3CEA34060CC3}"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cales of Justice"/>
        </a:ext>
      </dgm:extLst>
    </dgm:pt>
    <dgm:pt modelId="{D3718288-7CE2-483A-ADFF-734EC9B1BBEE}" type="pres">
      <dgm:prSet presAssocID="{15EE7184-5AD5-4550-AFCE-3CEA34060CC3}" presName="spaceRect" presStyleCnt="0"/>
      <dgm:spPr/>
    </dgm:pt>
    <dgm:pt modelId="{20E757AA-D84A-44E1-BE3E-6CF8E029B6FA}" type="pres">
      <dgm:prSet presAssocID="{15EE7184-5AD5-4550-AFCE-3CEA34060CC3}" presName="textRect" presStyleLbl="revTx" presStyleIdx="2" presStyleCnt="4">
        <dgm:presLayoutVars>
          <dgm:chMax val="1"/>
          <dgm:chPref val="1"/>
        </dgm:presLayoutVars>
      </dgm:prSet>
      <dgm:spPr/>
    </dgm:pt>
    <dgm:pt modelId="{BDCC8234-9F38-4529-A124-DD6747E42297}" type="pres">
      <dgm:prSet presAssocID="{638BE0B1-20FD-4A07-A68C-8D2AD38F34E6}" presName="sibTrans" presStyleCnt="0"/>
      <dgm:spPr/>
    </dgm:pt>
    <dgm:pt modelId="{9F1DAD34-36E6-4828-A697-83CFAFEE73C0}" type="pres">
      <dgm:prSet presAssocID="{58BDCC52-14B0-42E4-99C9-05E1F1E78D1C}" presName="compNode" presStyleCnt="0"/>
      <dgm:spPr/>
    </dgm:pt>
    <dgm:pt modelId="{F8D70B65-D83B-470C-9C9D-DA26D55CAC9D}" type="pres">
      <dgm:prSet presAssocID="{58BDCC52-14B0-42E4-99C9-05E1F1E78D1C}" presName="iconBgRect" presStyleLbl="bgShp" presStyleIdx="3" presStyleCnt="4"/>
      <dgm:spPr/>
    </dgm:pt>
    <dgm:pt modelId="{45BCAA52-E087-4349-BA9B-79FDBE78907B}" type="pres">
      <dgm:prSet presAssocID="{58BDCC52-14B0-42E4-99C9-05E1F1E78D1C}"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eal"/>
        </a:ext>
      </dgm:extLst>
    </dgm:pt>
    <dgm:pt modelId="{3B726E19-4D27-4FEF-9743-262D0F35B5D1}" type="pres">
      <dgm:prSet presAssocID="{58BDCC52-14B0-42E4-99C9-05E1F1E78D1C}" presName="spaceRect" presStyleCnt="0"/>
      <dgm:spPr/>
    </dgm:pt>
    <dgm:pt modelId="{C4D1DC48-D47F-4233-999C-0C905058095E}" type="pres">
      <dgm:prSet presAssocID="{58BDCC52-14B0-42E4-99C9-05E1F1E78D1C}" presName="textRect" presStyleLbl="revTx" presStyleIdx="3" presStyleCnt="4">
        <dgm:presLayoutVars>
          <dgm:chMax val="1"/>
          <dgm:chPref val="1"/>
        </dgm:presLayoutVars>
      </dgm:prSet>
      <dgm:spPr/>
    </dgm:pt>
  </dgm:ptLst>
  <dgm:cxnLst>
    <dgm:cxn modelId="{4FDE2E20-3DD8-41A8-901D-B896B55ADDFD}" srcId="{12504614-E6B2-4BB4-9EDE-9A7933B4338C}" destId="{15EE7184-5AD5-4550-AFCE-3CEA34060CC3}" srcOrd="2" destOrd="0" parTransId="{5A7FA41E-37C4-481B-8240-27FAF5D1DE11}" sibTransId="{638BE0B1-20FD-4A07-A68C-8D2AD38F34E6}"/>
    <dgm:cxn modelId="{7A0A9628-C349-4B8D-A461-B509D7B00BF1}" type="presOf" srcId="{15EE7184-5AD5-4550-AFCE-3CEA34060CC3}" destId="{20E757AA-D84A-44E1-BE3E-6CF8E029B6FA}" srcOrd="0" destOrd="0" presId="urn:microsoft.com/office/officeart/2018/5/layout/IconCircleLabelList"/>
    <dgm:cxn modelId="{9719668D-75A0-43EB-B466-98E473FD2B28}" srcId="{12504614-E6B2-4BB4-9EDE-9A7933B4338C}" destId="{58BDCC52-14B0-42E4-99C9-05E1F1E78D1C}" srcOrd="3" destOrd="0" parTransId="{C851D49E-DD80-4544-B270-39E6F1CD190F}" sibTransId="{DA1E688C-282A-4F7C-A832-3FC4D32B9E4A}"/>
    <dgm:cxn modelId="{5BE47299-83DC-4FC8-BBBF-EF6A740BB0DD}" type="presOf" srcId="{58BDCC52-14B0-42E4-99C9-05E1F1E78D1C}" destId="{C4D1DC48-D47F-4233-999C-0C905058095E}" srcOrd="0" destOrd="0" presId="urn:microsoft.com/office/officeart/2018/5/layout/IconCircleLabelList"/>
    <dgm:cxn modelId="{E5C645C9-CBA5-497D-8912-B64F3455138F}" type="presOf" srcId="{12504614-E6B2-4BB4-9EDE-9A7933B4338C}" destId="{D1733005-1CE2-4E6F-83D6-A9C41F562037}" srcOrd="0" destOrd="0" presId="urn:microsoft.com/office/officeart/2018/5/layout/IconCircleLabelList"/>
    <dgm:cxn modelId="{CCFF91CD-17C4-4104-B9ED-069DF5C80DD4}" srcId="{12504614-E6B2-4BB4-9EDE-9A7933B4338C}" destId="{08C00F0A-3B27-4965-89DB-93983F53DDB3}" srcOrd="0" destOrd="0" parTransId="{EF1049C7-F738-4E8E-BEA0-AE99AB89BB34}" sibTransId="{42D55E3D-66C2-4D13-A2C1-732A61ACC4F1}"/>
    <dgm:cxn modelId="{C91B15D2-A333-4542-9967-369600947D5B}" srcId="{12504614-E6B2-4BB4-9EDE-9A7933B4338C}" destId="{685E00AF-6634-443F-808A-D4B19771F1DC}" srcOrd="1" destOrd="0" parTransId="{F58F21D0-9FBD-4FEA-8E91-D1A3BF61785E}" sibTransId="{772E0A4C-BFF2-4E7E-918B-110547B4A9D0}"/>
    <dgm:cxn modelId="{9EEC36D5-C835-4975-9E31-0E0E9051B88C}" type="presOf" srcId="{685E00AF-6634-443F-808A-D4B19771F1DC}" destId="{214005AE-A99B-40E5-8EA2-2C35DE9E4C3D}" srcOrd="0" destOrd="0" presId="urn:microsoft.com/office/officeart/2018/5/layout/IconCircleLabelList"/>
    <dgm:cxn modelId="{A2D48FE2-576C-443D-A747-360EAEB30EDE}" type="presOf" srcId="{08C00F0A-3B27-4965-89DB-93983F53DDB3}" destId="{D09339EE-B981-42B3-939C-1E9AEF24147E}" srcOrd="0" destOrd="0" presId="urn:microsoft.com/office/officeart/2018/5/layout/IconCircleLabelList"/>
    <dgm:cxn modelId="{B77BB0AC-555F-424E-B2C6-4FE020BE81F7}" type="presParOf" srcId="{D1733005-1CE2-4E6F-83D6-A9C41F562037}" destId="{1A540438-0691-4C13-AAB5-070509CDFF38}" srcOrd="0" destOrd="0" presId="urn:microsoft.com/office/officeart/2018/5/layout/IconCircleLabelList"/>
    <dgm:cxn modelId="{9D071FBB-0E8D-4908-B48C-FE254229F6ED}" type="presParOf" srcId="{1A540438-0691-4C13-AAB5-070509CDFF38}" destId="{A8AE006A-9A73-4A8C-B972-7C74BE92DF42}" srcOrd="0" destOrd="0" presId="urn:microsoft.com/office/officeart/2018/5/layout/IconCircleLabelList"/>
    <dgm:cxn modelId="{86F316A9-9406-4296-BF2C-B24B47CADE08}" type="presParOf" srcId="{1A540438-0691-4C13-AAB5-070509CDFF38}" destId="{C02A6E32-7063-445D-9CDE-6DEF7F6661F7}" srcOrd="1" destOrd="0" presId="urn:microsoft.com/office/officeart/2018/5/layout/IconCircleLabelList"/>
    <dgm:cxn modelId="{4E573F57-A8F6-473B-81B4-0FA8CA5170D1}" type="presParOf" srcId="{1A540438-0691-4C13-AAB5-070509CDFF38}" destId="{0DB26FC0-B199-47AE-ABD4-92E9E7023515}" srcOrd="2" destOrd="0" presId="urn:microsoft.com/office/officeart/2018/5/layout/IconCircleLabelList"/>
    <dgm:cxn modelId="{1F76B9AE-3BA8-46B1-B9BA-2E35A6D606F8}" type="presParOf" srcId="{1A540438-0691-4C13-AAB5-070509CDFF38}" destId="{D09339EE-B981-42B3-939C-1E9AEF24147E}" srcOrd="3" destOrd="0" presId="urn:microsoft.com/office/officeart/2018/5/layout/IconCircleLabelList"/>
    <dgm:cxn modelId="{CEEA2D73-B46A-4FF6-8049-2BF10BAF6184}" type="presParOf" srcId="{D1733005-1CE2-4E6F-83D6-A9C41F562037}" destId="{20303546-E73D-4A00-AC08-A06F5FAFE346}" srcOrd="1" destOrd="0" presId="urn:microsoft.com/office/officeart/2018/5/layout/IconCircleLabelList"/>
    <dgm:cxn modelId="{FC90B432-B131-4D51-B2DA-2A6CECD8B24A}" type="presParOf" srcId="{D1733005-1CE2-4E6F-83D6-A9C41F562037}" destId="{7179F0D6-1F00-45D2-8F60-DC474C5023E1}" srcOrd="2" destOrd="0" presId="urn:microsoft.com/office/officeart/2018/5/layout/IconCircleLabelList"/>
    <dgm:cxn modelId="{0E955CA0-A39F-452C-9ECB-BF247F3FAAF1}" type="presParOf" srcId="{7179F0D6-1F00-45D2-8F60-DC474C5023E1}" destId="{D69ECE56-2A8B-4856-9BFE-EB0A84C0D214}" srcOrd="0" destOrd="0" presId="urn:microsoft.com/office/officeart/2018/5/layout/IconCircleLabelList"/>
    <dgm:cxn modelId="{322D223C-FDAD-4E38-9505-CD50AC43ED22}" type="presParOf" srcId="{7179F0D6-1F00-45D2-8F60-DC474C5023E1}" destId="{847F992A-5779-4FBF-9485-C5A653CEDF8A}" srcOrd="1" destOrd="0" presId="urn:microsoft.com/office/officeart/2018/5/layout/IconCircleLabelList"/>
    <dgm:cxn modelId="{4F0F66B5-D71B-4F0C-9C12-05590902B6EC}" type="presParOf" srcId="{7179F0D6-1F00-45D2-8F60-DC474C5023E1}" destId="{789FE09B-7E2C-4BBD-AFDF-F91840006EB1}" srcOrd="2" destOrd="0" presId="urn:microsoft.com/office/officeart/2018/5/layout/IconCircleLabelList"/>
    <dgm:cxn modelId="{27C47FB1-5EEB-495F-8B6C-F1189C3F406E}" type="presParOf" srcId="{7179F0D6-1F00-45D2-8F60-DC474C5023E1}" destId="{214005AE-A99B-40E5-8EA2-2C35DE9E4C3D}" srcOrd="3" destOrd="0" presId="urn:microsoft.com/office/officeart/2018/5/layout/IconCircleLabelList"/>
    <dgm:cxn modelId="{E5560087-87AD-476A-BCA8-2AF24D6D2FF9}" type="presParOf" srcId="{D1733005-1CE2-4E6F-83D6-A9C41F562037}" destId="{A900FE1B-59C7-4F90-AA44-0672505FC79C}" srcOrd="3" destOrd="0" presId="urn:microsoft.com/office/officeart/2018/5/layout/IconCircleLabelList"/>
    <dgm:cxn modelId="{BAFCCD56-4942-4787-A04B-D9447C5F2AA8}" type="presParOf" srcId="{D1733005-1CE2-4E6F-83D6-A9C41F562037}" destId="{163D9839-F076-4EFA-B43C-366580FF7B03}" srcOrd="4" destOrd="0" presId="urn:microsoft.com/office/officeart/2018/5/layout/IconCircleLabelList"/>
    <dgm:cxn modelId="{86FE5DFB-91DD-4364-98BE-501E3CD3AB6B}" type="presParOf" srcId="{163D9839-F076-4EFA-B43C-366580FF7B03}" destId="{E7967C9B-9CF6-4821-BD88-4DF5ACD24119}" srcOrd="0" destOrd="0" presId="urn:microsoft.com/office/officeart/2018/5/layout/IconCircleLabelList"/>
    <dgm:cxn modelId="{8EEF49D3-A219-41AC-ACBB-11907C862ED8}" type="presParOf" srcId="{163D9839-F076-4EFA-B43C-366580FF7B03}" destId="{268FE215-69E0-4570-98A6-F40562BC14A5}" srcOrd="1" destOrd="0" presId="urn:microsoft.com/office/officeart/2018/5/layout/IconCircleLabelList"/>
    <dgm:cxn modelId="{13983698-A89C-427E-BB54-81FC7723D4C5}" type="presParOf" srcId="{163D9839-F076-4EFA-B43C-366580FF7B03}" destId="{D3718288-7CE2-483A-ADFF-734EC9B1BBEE}" srcOrd="2" destOrd="0" presId="urn:microsoft.com/office/officeart/2018/5/layout/IconCircleLabelList"/>
    <dgm:cxn modelId="{9F2FA2F9-10F9-4B09-84EF-4E7C9B7B232C}" type="presParOf" srcId="{163D9839-F076-4EFA-B43C-366580FF7B03}" destId="{20E757AA-D84A-44E1-BE3E-6CF8E029B6FA}" srcOrd="3" destOrd="0" presId="urn:microsoft.com/office/officeart/2018/5/layout/IconCircleLabelList"/>
    <dgm:cxn modelId="{190614DB-F26D-4E57-A45B-3771240F2CF5}" type="presParOf" srcId="{D1733005-1CE2-4E6F-83D6-A9C41F562037}" destId="{BDCC8234-9F38-4529-A124-DD6747E42297}" srcOrd="5" destOrd="0" presId="urn:microsoft.com/office/officeart/2018/5/layout/IconCircleLabelList"/>
    <dgm:cxn modelId="{BACDA464-FD10-4549-8F90-D6D5157B7756}" type="presParOf" srcId="{D1733005-1CE2-4E6F-83D6-A9C41F562037}" destId="{9F1DAD34-36E6-4828-A697-83CFAFEE73C0}" srcOrd="6" destOrd="0" presId="urn:microsoft.com/office/officeart/2018/5/layout/IconCircleLabelList"/>
    <dgm:cxn modelId="{A42DDC54-373B-4688-AA97-B3013F7742B9}" type="presParOf" srcId="{9F1DAD34-36E6-4828-A697-83CFAFEE73C0}" destId="{F8D70B65-D83B-470C-9C9D-DA26D55CAC9D}" srcOrd="0" destOrd="0" presId="urn:microsoft.com/office/officeart/2018/5/layout/IconCircleLabelList"/>
    <dgm:cxn modelId="{7BF6F137-FBCC-4B5A-A2BF-7940DFEDD9B1}" type="presParOf" srcId="{9F1DAD34-36E6-4828-A697-83CFAFEE73C0}" destId="{45BCAA52-E087-4349-BA9B-79FDBE78907B}" srcOrd="1" destOrd="0" presId="urn:microsoft.com/office/officeart/2018/5/layout/IconCircleLabelList"/>
    <dgm:cxn modelId="{6018A34C-A504-4E39-A0A7-C94204E05285}" type="presParOf" srcId="{9F1DAD34-36E6-4828-A697-83CFAFEE73C0}" destId="{3B726E19-4D27-4FEF-9743-262D0F35B5D1}" srcOrd="2" destOrd="0" presId="urn:microsoft.com/office/officeart/2018/5/layout/IconCircleLabelList"/>
    <dgm:cxn modelId="{D8E76DE9-6148-42B8-947E-986CF39CB098}" type="presParOf" srcId="{9F1DAD34-36E6-4828-A697-83CFAFEE73C0}" destId="{C4D1DC48-D47F-4233-999C-0C905058095E}"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0482AA1-5D57-4AD1-AF21-8CE8A554967E}"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AF41F127-8F25-4BFC-ABF0-B7D808A62CD6}">
      <dgm:prSet/>
      <dgm:spPr/>
      <dgm:t>
        <a:bodyPr/>
        <a:lstStyle/>
        <a:p>
          <a:r>
            <a:rPr lang="en-US"/>
            <a:t>The dataset had significant class imbalance (few fraud cases compared to legitimate claims).</a:t>
          </a:r>
        </a:p>
      </dgm:t>
    </dgm:pt>
    <dgm:pt modelId="{EF3CFD39-C7FA-4933-829B-D6167590572F}" type="parTrans" cxnId="{519E12FD-A7F0-4BA9-A6A2-F714504CA6A7}">
      <dgm:prSet/>
      <dgm:spPr/>
      <dgm:t>
        <a:bodyPr/>
        <a:lstStyle/>
        <a:p>
          <a:endParaRPr lang="en-US"/>
        </a:p>
      </dgm:t>
    </dgm:pt>
    <dgm:pt modelId="{55F6BD96-64CD-43E0-9BBE-2430D6E4F130}" type="sibTrans" cxnId="{519E12FD-A7F0-4BA9-A6A2-F714504CA6A7}">
      <dgm:prSet/>
      <dgm:spPr/>
      <dgm:t>
        <a:bodyPr/>
        <a:lstStyle/>
        <a:p>
          <a:endParaRPr lang="en-US"/>
        </a:p>
      </dgm:t>
    </dgm:pt>
    <dgm:pt modelId="{BAB68712-38AF-4812-B973-22655ED4F40B}">
      <dgm:prSet/>
      <dgm:spPr/>
      <dgm:t>
        <a:bodyPr/>
        <a:lstStyle/>
        <a:p>
          <a:r>
            <a:rPr lang="en-US"/>
            <a:t>Class imbalance can cause the model to ignore the minority (fraud) class.</a:t>
          </a:r>
        </a:p>
      </dgm:t>
    </dgm:pt>
    <dgm:pt modelId="{B2BBE766-6AAC-49E8-81D1-6CF8EF58FD28}" type="parTrans" cxnId="{9BDC5EF8-5185-487A-ACEF-E404601CC7A1}">
      <dgm:prSet/>
      <dgm:spPr/>
      <dgm:t>
        <a:bodyPr/>
        <a:lstStyle/>
        <a:p>
          <a:endParaRPr lang="en-US"/>
        </a:p>
      </dgm:t>
    </dgm:pt>
    <dgm:pt modelId="{618143D3-7337-4BDD-8CA3-2B26ACCF69D4}" type="sibTrans" cxnId="{9BDC5EF8-5185-487A-ACEF-E404601CC7A1}">
      <dgm:prSet/>
      <dgm:spPr/>
      <dgm:t>
        <a:bodyPr/>
        <a:lstStyle/>
        <a:p>
          <a:endParaRPr lang="en-US"/>
        </a:p>
      </dgm:t>
    </dgm:pt>
    <dgm:pt modelId="{F4249898-8511-4E03-97DA-34D46A2487BC}">
      <dgm:prSet/>
      <dgm:spPr/>
      <dgm:t>
        <a:bodyPr/>
        <a:lstStyle/>
        <a:p>
          <a:r>
            <a:rPr lang="en-US"/>
            <a:t>Resampling was used to balance classes (equal number of 'Y' and 'N'), ensuring fair model training and improved fraud detection.</a:t>
          </a:r>
        </a:p>
      </dgm:t>
    </dgm:pt>
    <dgm:pt modelId="{3BF58514-B2A4-4559-99DB-5A6DB9B82E93}" type="parTrans" cxnId="{47CB6859-2EAE-40E7-AF8C-5E608833D3FB}">
      <dgm:prSet/>
      <dgm:spPr/>
      <dgm:t>
        <a:bodyPr/>
        <a:lstStyle/>
        <a:p>
          <a:endParaRPr lang="en-US"/>
        </a:p>
      </dgm:t>
    </dgm:pt>
    <dgm:pt modelId="{665359B5-1B40-4E15-A119-1E8A5C5F6284}" type="sibTrans" cxnId="{47CB6859-2EAE-40E7-AF8C-5E608833D3FB}">
      <dgm:prSet/>
      <dgm:spPr/>
      <dgm:t>
        <a:bodyPr/>
        <a:lstStyle/>
        <a:p>
          <a:endParaRPr lang="en-US"/>
        </a:p>
      </dgm:t>
    </dgm:pt>
    <dgm:pt modelId="{DC377FA9-B483-024F-9EFF-076D4B277C18}" type="pres">
      <dgm:prSet presAssocID="{70482AA1-5D57-4AD1-AF21-8CE8A554967E}" presName="linear" presStyleCnt="0">
        <dgm:presLayoutVars>
          <dgm:animLvl val="lvl"/>
          <dgm:resizeHandles val="exact"/>
        </dgm:presLayoutVars>
      </dgm:prSet>
      <dgm:spPr/>
    </dgm:pt>
    <dgm:pt modelId="{14FC409E-D06C-7D42-BB54-131827E0FFB9}" type="pres">
      <dgm:prSet presAssocID="{AF41F127-8F25-4BFC-ABF0-B7D808A62CD6}" presName="parentText" presStyleLbl="node1" presStyleIdx="0" presStyleCnt="3">
        <dgm:presLayoutVars>
          <dgm:chMax val="0"/>
          <dgm:bulletEnabled val="1"/>
        </dgm:presLayoutVars>
      </dgm:prSet>
      <dgm:spPr/>
    </dgm:pt>
    <dgm:pt modelId="{DA72DA4E-BE0B-5A46-BF24-753D716731B1}" type="pres">
      <dgm:prSet presAssocID="{55F6BD96-64CD-43E0-9BBE-2430D6E4F130}" presName="spacer" presStyleCnt="0"/>
      <dgm:spPr/>
    </dgm:pt>
    <dgm:pt modelId="{25FE195B-E6A9-DE49-B5E1-F4A310990594}" type="pres">
      <dgm:prSet presAssocID="{BAB68712-38AF-4812-B973-22655ED4F40B}" presName="parentText" presStyleLbl="node1" presStyleIdx="1" presStyleCnt="3">
        <dgm:presLayoutVars>
          <dgm:chMax val="0"/>
          <dgm:bulletEnabled val="1"/>
        </dgm:presLayoutVars>
      </dgm:prSet>
      <dgm:spPr/>
    </dgm:pt>
    <dgm:pt modelId="{79155CA6-CF75-0D40-8130-4A3C0C3D49EF}" type="pres">
      <dgm:prSet presAssocID="{618143D3-7337-4BDD-8CA3-2B26ACCF69D4}" presName="spacer" presStyleCnt="0"/>
      <dgm:spPr/>
    </dgm:pt>
    <dgm:pt modelId="{9AEFAA4B-BCE6-6A4F-AE10-AF679BEDDE77}" type="pres">
      <dgm:prSet presAssocID="{F4249898-8511-4E03-97DA-34D46A2487BC}" presName="parentText" presStyleLbl="node1" presStyleIdx="2" presStyleCnt="3">
        <dgm:presLayoutVars>
          <dgm:chMax val="0"/>
          <dgm:bulletEnabled val="1"/>
        </dgm:presLayoutVars>
      </dgm:prSet>
      <dgm:spPr/>
    </dgm:pt>
  </dgm:ptLst>
  <dgm:cxnLst>
    <dgm:cxn modelId="{BBF76757-E4C9-ED42-8DC8-5D2773A87094}" type="presOf" srcId="{AF41F127-8F25-4BFC-ABF0-B7D808A62CD6}" destId="{14FC409E-D06C-7D42-BB54-131827E0FFB9}" srcOrd="0" destOrd="0" presId="urn:microsoft.com/office/officeart/2005/8/layout/vList2"/>
    <dgm:cxn modelId="{47CB6859-2EAE-40E7-AF8C-5E608833D3FB}" srcId="{70482AA1-5D57-4AD1-AF21-8CE8A554967E}" destId="{F4249898-8511-4E03-97DA-34D46A2487BC}" srcOrd="2" destOrd="0" parTransId="{3BF58514-B2A4-4559-99DB-5A6DB9B82E93}" sibTransId="{665359B5-1B40-4E15-A119-1E8A5C5F6284}"/>
    <dgm:cxn modelId="{E4AE2271-9DFF-B842-93AE-08B203B6FCEA}" type="presOf" srcId="{BAB68712-38AF-4812-B973-22655ED4F40B}" destId="{25FE195B-E6A9-DE49-B5E1-F4A310990594}" srcOrd="0" destOrd="0" presId="urn:microsoft.com/office/officeart/2005/8/layout/vList2"/>
    <dgm:cxn modelId="{CFACD284-1490-1F48-A660-8FAEB4B0ABB1}" type="presOf" srcId="{F4249898-8511-4E03-97DA-34D46A2487BC}" destId="{9AEFAA4B-BCE6-6A4F-AE10-AF679BEDDE77}" srcOrd="0" destOrd="0" presId="urn:microsoft.com/office/officeart/2005/8/layout/vList2"/>
    <dgm:cxn modelId="{FF911AA2-C28B-C648-ACEA-D07331459F72}" type="presOf" srcId="{70482AA1-5D57-4AD1-AF21-8CE8A554967E}" destId="{DC377FA9-B483-024F-9EFF-076D4B277C18}" srcOrd="0" destOrd="0" presId="urn:microsoft.com/office/officeart/2005/8/layout/vList2"/>
    <dgm:cxn modelId="{9BDC5EF8-5185-487A-ACEF-E404601CC7A1}" srcId="{70482AA1-5D57-4AD1-AF21-8CE8A554967E}" destId="{BAB68712-38AF-4812-B973-22655ED4F40B}" srcOrd="1" destOrd="0" parTransId="{B2BBE766-6AAC-49E8-81D1-6CF8EF58FD28}" sibTransId="{618143D3-7337-4BDD-8CA3-2B26ACCF69D4}"/>
    <dgm:cxn modelId="{519E12FD-A7F0-4BA9-A6A2-F714504CA6A7}" srcId="{70482AA1-5D57-4AD1-AF21-8CE8A554967E}" destId="{AF41F127-8F25-4BFC-ABF0-B7D808A62CD6}" srcOrd="0" destOrd="0" parTransId="{EF3CFD39-C7FA-4933-829B-D6167590572F}" sibTransId="{55F6BD96-64CD-43E0-9BBE-2430D6E4F130}"/>
    <dgm:cxn modelId="{9349D487-0B8E-E043-A553-48A085126DB3}" type="presParOf" srcId="{DC377FA9-B483-024F-9EFF-076D4B277C18}" destId="{14FC409E-D06C-7D42-BB54-131827E0FFB9}" srcOrd="0" destOrd="0" presId="urn:microsoft.com/office/officeart/2005/8/layout/vList2"/>
    <dgm:cxn modelId="{592EBF91-DC29-4B4D-A399-707259CF8E42}" type="presParOf" srcId="{DC377FA9-B483-024F-9EFF-076D4B277C18}" destId="{DA72DA4E-BE0B-5A46-BF24-753D716731B1}" srcOrd="1" destOrd="0" presId="urn:microsoft.com/office/officeart/2005/8/layout/vList2"/>
    <dgm:cxn modelId="{36C26180-FE3A-C046-8D53-1C411C0100DA}" type="presParOf" srcId="{DC377FA9-B483-024F-9EFF-076D4B277C18}" destId="{25FE195B-E6A9-DE49-B5E1-F4A310990594}" srcOrd="2" destOrd="0" presId="urn:microsoft.com/office/officeart/2005/8/layout/vList2"/>
    <dgm:cxn modelId="{91760152-67BB-0F48-81CF-08440F085BC2}" type="presParOf" srcId="{DC377FA9-B483-024F-9EFF-076D4B277C18}" destId="{79155CA6-CF75-0D40-8130-4A3C0C3D49EF}" srcOrd="3" destOrd="0" presId="urn:microsoft.com/office/officeart/2005/8/layout/vList2"/>
    <dgm:cxn modelId="{DF2D92D8-5C0F-FD49-9B58-838E2954B981}" type="presParOf" srcId="{DC377FA9-B483-024F-9EFF-076D4B277C18}" destId="{9AEFAA4B-BCE6-6A4F-AE10-AF679BEDDE77}"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A37F35E-649F-47A5-BA10-92A38BCEC4CE}" type="doc">
      <dgm:prSet loTypeId="urn:microsoft.com/office/officeart/2005/8/layout/vList2" loCatId="list" qsTypeId="urn:microsoft.com/office/officeart/2005/8/quickstyle/simple4" qsCatId="simple" csTypeId="urn:microsoft.com/office/officeart/2005/8/colors/colorful1" csCatId="colorful" phldr="1"/>
      <dgm:spPr/>
      <dgm:t>
        <a:bodyPr/>
        <a:lstStyle/>
        <a:p>
          <a:endParaRPr lang="en-US"/>
        </a:p>
      </dgm:t>
    </dgm:pt>
    <dgm:pt modelId="{6D95285F-76BC-4AD8-954A-4C1410B07FBC}">
      <dgm:prSet/>
      <dgm:spPr/>
      <dgm:t>
        <a:bodyPr/>
        <a:lstStyle/>
        <a:p>
          <a:r>
            <a:rPr lang="en-US"/>
            <a:t>Removed columns that duplicated information now captured by engineered features:</a:t>
          </a:r>
        </a:p>
      </dgm:t>
    </dgm:pt>
    <dgm:pt modelId="{582DFB0F-BF59-4577-ADF3-E82ADFC4FC70}" type="parTrans" cxnId="{C82DC929-648A-4319-A3B3-608093A3CFA1}">
      <dgm:prSet/>
      <dgm:spPr/>
      <dgm:t>
        <a:bodyPr/>
        <a:lstStyle/>
        <a:p>
          <a:endParaRPr lang="en-US"/>
        </a:p>
      </dgm:t>
    </dgm:pt>
    <dgm:pt modelId="{392913A9-B527-45C2-AC1B-D023955A741B}" type="sibTrans" cxnId="{C82DC929-648A-4319-A3B3-608093A3CFA1}">
      <dgm:prSet/>
      <dgm:spPr/>
      <dgm:t>
        <a:bodyPr/>
        <a:lstStyle/>
        <a:p>
          <a:endParaRPr lang="en-US"/>
        </a:p>
      </dgm:t>
    </dgm:pt>
    <dgm:pt modelId="{F43376B3-A8F2-4F88-94FD-A6C75821647D}">
      <dgm:prSet/>
      <dgm:spPr/>
      <dgm:t>
        <a:bodyPr/>
        <a:lstStyle/>
        <a:p>
          <a:r>
            <a:rPr lang="en-US" dirty="0"/>
            <a:t>Dropped raw date columns, original claim components, and vehicle year.</a:t>
          </a:r>
        </a:p>
      </dgm:t>
    </dgm:pt>
    <dgm:pt modelId="{EDBD3585-D9A4-43F8-BE3F-8EB51B8CBAB1}" type="parTrans" cxnId="{7460BEA3-AAAA-4659-9276-A8F8CA2A5401}">
      <dgm:prSet/>
      <dgm:spPr/>
      <dgm:t>
        <a:bodyPr/>
        <a:lstStyle/>
        <a:p>
          <a:endParaRPr lang="en-US"/>
        </a:p>
      </dgm:t>
    </dgm:pt>
    <dgm:pt modelId="{F1D9BF4E-14B1-4487-841C-258E62D03A45}" type="sibTrans" cxnId="{7460BEA3-AAAA-4659-9276-A8F8CA2A5401}">
      <dgm:prSet/>
      <dgm:spPr/>
      <dgm:t>
        <a:bodyPr/>
        <a:lstStyle/>
        <a:p>
          <a:endParaRPr lang="en-US"/>
        </a:p>
      </dgm:t>
    </dgm:pt>
    <dgm:pt modelId="{809AEB64-DB88-4CC1-A68D-41C520997550}">
      <dgm:prSet/>
      <dgm:spPr/>
      <dgm:t>
        <a:bodyPr/>
        <a:lstStyle/>
        <a:p>
          <a:r>
            <a:rPr lang="en-US" dirty="0"/>
            <a:t>This step will reduce multicollinearity, simplify the dataset, and focuses learning on relevant inputs.</a:t>
          </a:r>
        </a:p>
      </dgm:t>
    </dgm:pt>
    <dgm:pt modelId="{097DE8AD-C2A6-4408-9289-FBF1247EA8F6}" type="parTrans" cxnId="{016628D1-64B7-4C78-8049-AACE4ECF36FD}">
      <dgm:prSet/>
      <dgm:spPr/>
      <dgm:t>
        <a:bodyPr/>
        <a:lstStyle/>
        <a:p>
          <a:endParaRPr lang="en-US"/>
        </a:p>
      </dgm:t>
    </dgm:pt>
    <dgm:pt modelId="{120D2E99-6FFC-4187-BD53-9F957CD97796}" type="sibTrans" cxnId="{016628D1-64B7-4C78-8049-AACE4ECF36FD}">
      <dgm:prSet/>
      <dgm:spPr/>
      <dgm:t>
        <a:bodyPr/>
        <a:lstStyle/>
        <a:p>
          <a:endParaRPr lang="en-US"/>
        </a:p>
      </dgm:t>
    </dgm:pt>
    <dgm:pt modelId="{1B572DC6-7441-9848-8B1A-82BD1DF1F597}" type="pres">
      <dgm:prSet presAssocID="{CA37F35E-649F-47A5-BA10-92A38BCEC4CE}" presName="linear" presStyleCnt="0">
        <dgm:presLayoutVars>
          <dgm:animLvl val="lvl"/>
          <dgm:resizeHandles val="exact"/>
        </dgm:presLayoutVars>
      </dgm:prSet>
      <dgm:spPr/>
    </dgm:pt>
    <dgm:pt modelId="{02931F80-4064-3444-B01A-0924B0CB0947}" type="pres">
      <dgm:prSet presAssocID="{6D95285F-76BC-4AD8-954A-4C1410B07FBC}" presName="parentText" presStyleLbl="node1" presStyleIdx="0" presStyleCnt="3">
        <dgm:presLayoutVars>
          <dgm:chMax val="0"/>
          <dgm:bulletEnabled val="1"/>
        </dgm:presLayoutVars>
      </dgm:prSet>
      <dgm:spPr/>
    </dgm:pt>
    <dgm:pt modelId="{AC401625-973C-B448-AC36-D94CD2FD2D01}" type="pres">
      <dgm:prSet presAssocID="{392913A9-B527-45C2-AC1B-D023955A741B}" presName="spacer" presStyleCnt="0"/>
      <dgm:spPr/>
    </dgm:pt>
    <dgm:pt modelId="{EF4B01A4-5509-7E43-8873-726D971497EA}" type="pres">
      <dgm:prSet presAssocID="{F43376B3-A8F2-4F88-94FD-A6C75821647D}" presName="parentText" presStyleLbl="node1" presStyleIdx="1" presStyleCnt="3">
        <dgm:presLayoutVars>
          <dgm:chMax val="0"/>
          <dgm:bulletEnabled val="1"/>
        </dgm:presLayoutVars>
      </dgm:prSet>
      <dgm:spPr/>
    </dgm:pt>
    <dgm:pt modelId="{36D8F3D1-3219-5747-BF13-E2B5E8275548}" type="pres">
      <dgm:prSet presAssocID="{F1D9BF4E-14B1-4487-841C-258E62D03A45}" presName="spacer" presStyleCnt="0"/>
      <dgm:spPr/>
    </dgm:pt>
    <dgm:pt modelId="{A51C5A64-8CA1-B94A-B1E3-1015A69D4C2B}" type="pres">
      <dgm:prSet presAssocID="{809AEB64-DB88-4CC1-A68D-41C520997550}" presName="parentText" presStyleLbl="node1" presStyleIdx="2" presStyleCnt="3">
        <dgm:presLayoutVars>
          <dgm:chMax val="0"/>
          <dgm:bulletEnabled val="1"/>
        </dgm:presLayoutVars>
      </dgm:prSet>
      <dgm:spPr/>
    </dgm:pt>
  </dgm:ptLst>
  <dgm:cxnLst>
    <dgm:cxn modelId="{D9C3BF0F-B11D-FC4C-B82C-D3DDC71D0595}" type="presOf" srcId="{6D95285F-76BC-4AD8-954A-4C1410B07FBC}" destId="{02931F80-4064-3444-B01A-0924B0CB0947}" srcOrd="0" destOrd="0" presId="urn:microsoft.com/office/officeart/2005/8/layout/vList2"/>
    <dgm:cxn modelId="{C82DC929-648A-4319-A3B3-608093A3CFA1}" srcId="{CA37F35E-649F-47A5-BA10-92A38BCEC4CE}" destId="{6D95285F-76BC-4AD8-954A-4C1410B07FBC}" srcOrd="0" destOrd="0" parTransId="{582DFB0F-BF59-4577-ADF3-E82ADFC4FC70}" sibTransId="{392913A9-B527-45C2-AC1B-D023955A741B}"/>
    <dgm:cxn modelId="{FE81F833-DE27-A64F-97C3-2D24636F4EE7}" type="presOf" srcId="{F43376B3-A8F2-4F88-94FD-A6C75821647D}" destId="{EF4B01A4-5509-7E43-8873-726D971497EA}" srcOrd="0" destOrd="0" presId="urn:microsoft.com/office/officeart/2005/8/layout/vList2"/>
    <dgm:cxn modelId="{BA8D8D75-6538-594F-9EBB-0BB121BFD6F2}" type="presOf" srcId="{809AEB64-DB88-4CC1-A68D-41C520997550}" destId="{A51C5A64-8CA1-B94A-B1E3-1015A69D4C2B}" srcOrd="0" destOrd="0" presId="urn:microsoft.com/office/officeart/2005/8/layout/vList2"/>
    <dgm:cxn modelId="{75DDC277-D07F-7C47-A52A-43C7BBCD7835}" type="presOf" srcId="{CA37F35E-649F-47A5-BA10-92A38BCEC4CE}" destId="{1B572DC6-7441-9848-8B1A-82BD1DF1F597}" srcOrd="0" destOrd="0" presId="urn:microsoft.com/office/officeart/2005/8/layout/vList2"/>
    <dgm:cxn modelId="{7460BEA3-AAAA-4659-9276-A8F8CA2A5401}" srcId="{CA37F35E-649F-47A5-BA10-92A38BCEC4CE}" destId="{F43376B3-A8F2-4F88-94FD-A6C75821647D}" srcOrd="1" destOrd="0" parTransId="{EDBD3585-D9A4-43F8-BE3F-8EB51B8CBAB1}" sibTransId="{F1D9BF4E-14B1-4487-841C-258E62D03A45}"/>
    <dgm:cxn modelId="{016628D1-64B7-4C78-8049-AACE4ECF36FD}" srcId="{CA37F35E-649F-47A5-BA10-92A38BCEC4CE}" destId="{809AEB64-DB88-4CC1-A68D-41C520997550}" srcOrd="2" destOrd="0" parTransId="{097DE8AD-C2A6-4408-9289-FBF1247EA8F6}" sibTransId="{120D2E99-6FFC-4187-BD53-9F957CD97796}"/>
    <dgm:cxn modelId="{43DD9A96-FCF2-634E-981F-160D8E1577BA}" type="presParOf" srcId="{1B572DC6-7441-9848-8B1A-82BD1DF1F597}" destId="{02931F80-4064-3444-B01A-0924B0CB0947}" srcOrd="0" destOrd="0" presId="urn:microsoft.com/office/officeart/2005/8/layout/vList2"/>
    <dgm:cxn modelId="{FB4515AD-FF69-7E4D-96ED-D3C2ED51CC6B}" type="presParOf" srcId="{1B572DC6-7441-9848-8B1A-82BD1DF1F597}" destId="{AC401625-973C-B448-AC36-D94CD2FD2D01}" srcOrd="1" destOrd="0" presId="urn:microsoft.com/office/officeart/2005/8/layout/vList2"/>
    <dgm:cxn modelId="{5845ABF2-6131-DA4C-8CAE-8AEE5885A69B}" type="presParOf" srcId="{1B572DC6-7441-9848-8B1A-82BD1DF1F597}" destId="{EF4B01A4-5509-7E43-8873-726D971497EA}" srcOrd="2" destOrd="0" presId="urn:microsoft.com/office/officeart/2005/8/layout/vList2"/>
    <dgm:cxn modelId="{48B9B992-C479-1543-B46F-A4C44718FC13}" type="presParOf" srcId="{1B572DC6-7441-9848-8B1A-82BD1DF1F597}" destId="{36D8F3D1-3219-5747-BF13-E2B5E8275548}" srcOrd="3" destOrd="0" presId="urn:microsoft.com/office/officeart/2005/8/layout/vList2"/>
    <dgm:cxn modelId="{C23A7342-F293-374E-AFA3-71455427194E}" type="presParOf" srcId="{1B572DC6-7441-9848-8B1A-82BD1DF1F597}" destId="{A51C5A64-8CA1-B94A-B1E3-1015A69D4C2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534CA25-E765-4244-A453-B86D296362C5}" type="doc">
      <dgm:prSet loTypeId="urn:microsoft.com/office/officeart/2005/8/layout/process5" loCatId="process" qsTypeId="urn:microsoft.com/office/officeart/2005/8/quickstyle/simple1" qsCatId="simple" csTypeId="urn:microsoft.com/office/officeart/2005/8/colors/colorful1" csCatId="colorful"/>
      <dgm:spPr/>
      <dgm:t>
        <a:bodyPr/>
        <a:lstStyle/>
        <a:p>
          <a:endParaRPr lang="en-US"/>
        </a:p>
      </dgm:t>
    </dgm:pt>
    <dgm:pt modelId="{EEB2E12E-BD39-410E-B617-664311E119DF}">
      <dgm:prSet/>
      <dgm:spPr/>
      <dgm:t>
        <a:bodyPr/>
        <a:lstStyle/>
        <a:p>
          <a:r>
            <a:rPr lang="en-IN"/>
            <a:t>Rare categories in features like occupation, hobbies, state, make, and model were grouped into 'Other’.</a:t>
          </a:r>
          <a:endParaRPr lang="en-US"/>
        </a:p>
      </dgm:t>
    </dgm:pt>
    <dgm:pt modelId="{15DE2F66-1BC6-4C09-9EFE-87F1F14D11C5}" type="parTrans" cxnId="{1C5EEFB4-F2DA-4B11-8E1B-86DCED93F1DF}">
      <dgm:prSet/>
      <dgm:spPr/>
      <dgm:t>
        <a:bodyPr/>
        <a:lstStyle/>
        <a:p>
          <a:endParaRPr lang="en-US"/>
        </a:p>
      </dgm:t>
    </dgm:pt>
    <dgm:pt modelId="{359EB8F8-1734-48FA-9DDF-0BE1661AB118}" type="sibTrans" cxnId="{1C5EEFB4-F2DA-4B11-8E1B-86DCED93F1DF}">
      <dgm:prSet/>
      <dgm:spPr/>
      <dgm:t>
        <a:bodyPr/>
        <a:lstStyle/>
        <a:p>
          <a:endParaRPr lang="en-US"/>
        </a:p>
      </dgm:t>
    </dgm:pt>
    <dgm:pt modelId="{6E456B21-376D-40FE-8450-6C4CF75B65B1}">
      <dgm:prSet/>
      <dgm:spPr/>
      <dgm:t>
        <a:bodyPr/>
        <a:lstStyle/>
        <a:p>
          <a:r>
            <a:rPr lang="en-IN"/>
            <a:t>This step prevents overfitting, improves generalization, and ensures each category has sufficient data for learning meaningful patterns.</a:t>
          </a:r>
          <a:endParaRPr lang="en-US"/>
        </a:p>
      </dgm:t>
    </dgm:pt>
    <dgm:pt modelId="{5A5FC2C1-8518-4BA6-9FFC-F9B0A61F531D}" type="parTrans" cxnId="{3A8A5BBE-0840-48FB-B853-2154F6F83B55}">
      <dgm:prSet/>
      <dgm:spPr/>
      <dgm:t>
        <a:bodyPr/>
        <a:lstStyle/>
        <a:p>
          <a:endParaRPr lang="en-US"/>
        </a:p>
      </dgm:t>
    </dgm:pt>
    <dgm:pt modelId="{D84EC4FF-6875-450B-8519-0CFAB7E0B9CB}" type="sibTrans" cxnId="{3A8A5BBE-0840-48FB-B853-2154F6F83B55}">
      <dgm:prSet/>
      <dgm:spPr/>
      <dgm:t>
        <a:bodyPr/>
        <a:lstStyle/>
        <a:p>
          <a:endParaRPr lang="en-US"/>
        </a:p>
      </dgm:t>
    </dgm:pt>
    <dgm:pt modelId="{30B4D330-A569-4CC2-B6BF-CC3C0497F0FE}">
      <dgm:prSet/>
      <dgm:spPr/>
      <dgm:t>
        <a:bodyPr/>
        <a:lstStyle/>
        <a:p>
          <a:r>
            <a:rPr lang="en-IN"/>
            <a:t>All categorical variables were converted to dummy (one-hot) variables.</a:t>
          </a:r>
          <a:endParaRPr lang="en-US"/>
        </a:p>
      </dgm:t>
    </dgm:pt>
    <dgm:pt modelId="{BAFD6D24-7D3F-409F-A58B-9EC198A1C1D7}" type="parTrans" cxnId="{BF7EB08B-A99A-4081-92F6-7480904D0D34}">
      <dgm:prSet/>
      <dgm:spPr/>
      <dgm:t>
        <a:bodyPr/>
        <a:lstStyle/>
        <a:p>
          <a:endParaRPr lang="en-US"/>
        </a:p>
      </dgm:t>
    </dgm:pt>
    <dgm:pt modelId="{E949FA28-718E-4907-8422-7069ED810FD4}" type="sibTrans" cxnId="{BF7EB08B-A99A-4081-92F6-7480904D0D34}">
      <dgm:prSet/>
      <dgm:spPr/>
      <dgm:t>
        <a:bodyPr/>
        <a:lstStyle/>
        <a:p>
          <a:endParaRPr lang="en-US"/>
        </a:p>
      </dgm:t>
    </dgm:pt>
    <dgm:pt modelId="{DD09A0A4-11BC-409D-B004-062D9B148A77}">
      <dgm:prSet/>
      <dgm:spPr/>
      <dgm:t>
        <a:bodyPr/>
        <a:lstStyle/>
        <a:p>
          <a:r>
            <a:rPr lang="en-IN"/>
            <a:t>Ensured consistent encoding across training and validation sets.</a:t>
          </a:r>
          <a:endParaRPr lang="en-US"/>
        </a:p>
      </dgm:t>
    </dgm:pt>
    <dgm:pt modelId="{422A7BBF-1B8F-414A-9FC0-9A9F768BD1DB}" type="parTrans" cxnId="{63A5F326-E5C1-4AD4-A9F8-5270D1419B59}">
      <dgm:prSet/>
      <dgm:spPr/>
      <dgm:t>
        <a:bodyPr/>
        <a:lstStyle/>
        <a:p>
          <a:endParaRPr lang="en-US"/>
        </a:p>
      </dgm:t>
    </dgm:pt>
    <dgm:pt modelId="{43FE11D2-DBA8-4CE8-AC9B-5A53569C2F70}" type="sibTrans" cxnId="{63A5F326-E5C1-4AD4-A9F8-5270D1419B59}">
      <dgm:prSet/>
      <dgm:spPr/>
      <dgm:t>
        <a:bodyPr/>
        <a:lstStyle/>
        <a:p>
          <a:endParaRPr lang="en-US"/>
        </a:p>
      </dgm:t>
    </dgm:pt>
    <dgm:pt modelId="{E779D90C-3BFA-44D1-82E2-DBC49CB735AB}">
      <dgm:prSet/>
      <dgm:spPr/>
      <dgm:t>
        <a:bodyPr/>
        <a:lstStyle/>
        <a:p>
          <a:r>
            <a:rPr lang="en-IN"/>
            <a:t>Required for most machine learning models to interpret categorical data numerically.</a:t>
          </a:r>
          <a:endParaRPr lang="en-US"/>
        </a:p>
      </dgm:t>
    </dgm:pt>
    <dgm:pt modelId="{C1615B75-6F71-4097-BE83-3F0FFAD9DFBE}" type="parTrans" cxnId="{F6FEDE72-2660-417E-8592-E7954BCB0A95}">
      <dgm:prSet/>
      <dgm:spPr/>
      <dgm:t>
        <a:bodyPr/>
        <a:lstStyle/>
        <a:p>
          <a:endParaRPr lang="en-US"/>
        </a:p>
      </dgm:t>
    </dgm:pt>
    <dgm:pt modelId="{8C8711D1-1BB9-46EA-9A99-EFE4A970A78C}" type="sibTrans" cxnId="{F6FEDE72-2660-417E-8592-E7954BCB0A95}">
      <dgm:prSet/>
      <dgm:spPr/>
      <dgm:t>
        <a:bodyPr/>
        <a:lstStyle/>
        <a:p>
          <a:endParaRPr lang="en-US"/>
        </a:p>
      </dgm:t>
    </dgm:pt>
    <dgm:pt modelId="{6392EEF7-CA28-1846-BC97-6DE0F139A2F2}" type="pres">
      <dgm:prSet presAssocID="{3534CA25-E765-4244-A453-B86D296362C5}" presName="diagram" presStyleCnt="0">
        <dgm:presLayoutVars>
          <dgm:dir/>
          <dgm:resizeHandles val="exact"/>
        </dgm:presLayoutVars>
      </dgm:prSet>
      <dgm:spPr/>
    </dgm:pt>
    <dgm:pt modelId="{E505AD47-DAF8-4A42-9FAA-DBABDA018C2F}" type="pres">
      <dgm:prSet presAssocID="{EEB2E12E-BD39-410E-B617-664311E119DF}" presName="node" presStyleLbl="node1" presStyleIdx="0" presStyleCnt="5">
        <dgm:presLayoutVars>
          <dgm:bulletEnabled val="1"/>
        </dgm:presLayoutVars>
      </dgm:prSet>
      <dgm:spPr/>
    </dgm:pt>
    <dgm:pt modelId="{B308EDAC-A921-E341-AFE1-ABB6567BF05D}" type="pres">
      <dgm:prSet presAssocID="{359EB8F8-1734-48FA-9DDF-0BE1661AB118}" presName="sibTrans" presStyleLbl="sibTrans2D1" presStyleIdx="0" presStyleCnt="4"/>
      <dgm:spPr/>
    </dgm:pt>
    <dgm:pt modelId="{4107EA69-9087-7E40-98F9-50400EE7A944}" type="pres">
      <dgm:prSet presAssocID="{359EB8F8-1734-48FA-9DDF-0BE1661AB118}" presName="connectorText" presStyleLbl="sibTrans2D1" presStyleIdx="0" presStyleCnt="4"/>
      <dgm:spPr/>
    </dgm:pt>
    <dgm:pt modelId="{4833B190-6284-7B43-BDAD-89DA21A8861D}" type="pres">
      <dgm:prSet presAssocID="{6E456B21-376D-40FE-8450-6C4CF75B65B1}" presName="node" presStyleLbl="node1" presStyleIdx="1" presStyleCnt="5">
        <dgm:presLayoutVars>
          <dgm:bulletEnabled val="1"/>
        </dgm:presLayoutVars>
      </dgm:prSet>
      <dgm:spPr/>
    </dgm:pt>
    <dgm:pt modelId="{076BB89A-8D15-BF41-ACF3-DEF1EEC16847}" type="pres">
      <dgm:prSet presAssocID="{D84EC4FF-6875-450B-8519-0CFAB7E0B9CB}" presName="sibTrans" presStyleLbl="sibTrans2D1" presStyleIdx="1" presStyleCnt="4"/>
      <dgm:spPr/>
    </dgm:pt>
    <dgm:pt modelId="{320153B2-1079-1046-8E68-9FAF8B64AEAF}" type="pres">
      <dgm:prSet presAssocID="{D84EC4FF-6875-450B-8519-0CFAB7E0B9CB}" presName="connectorText" presStyleLbl="sibTrans2D1" presStyleIdx="1" presStyleCnt="4"/>
      <dgm:spPr/>
    </dgm:pt>
    <dgm:pt modelId="{A4155CED-3DF8-AB41-B190-067ABC60277F}" type="pres">
      <dgm:prSet presAssocID="{30B4D330-A569-4CC2-B6BF-CC3C0497F0FE}" presName="node" presStyleLbl="node1" presStyleIdx="2" presStyleCnt="5">
        <dgm:presLayoutVars>
          <dgm:bulletEnabled val="1"/>
        </dgm:presLayoutVars>
      </dgm:prSet>
      <dgm:spPr/>
    </dgm:pt>
    <dgm:pt modelId="{C14DA2AC-F6F9-A642-BE1B-3E444B0CBA18}" type="pres">
      <dgm:prSet presAssocID="{E949FA28-718E-4907-8422-7069ED810FD4}" presName="sibTrans" presStyleLbl="sibTrans2D1" presStyleIdx="2" presStyleCnt="4"/>
      <dgm:spPr/>
    </dgm:pt>
    <dgm:pt modelId="{D27E6751-7F82-584C-AD3C-17389EDD49DB}" type="pres">
      <dgm:prSet presAssocID="{E949FA28-718E-4907-8422-7069ED810FD4}" presName="connectorText" presStyleLbl="sibTrans2D1" presStyleIdx="2" presStyleCnt="4"/>
      <dgm:spPr/>
    </dgm:pt>
    <dgm:pt modelId="{C252423B-DBD0-254F-931E-392ACCF1DA92}" type="pres">
      <dgm:prSet presAssocID="{DD09A0A4-11BC-409D-B004-062D9B148A77}" presName="node" presStyleLbl="node1" presStyleIdx="3" presStyleCnt="5">
        <dgm:presLayoutVars>
          <dgm:bulletEnabled val="1"/>
        </dgm:presLayoutVars>
      </dgm:prSet>
      <dgm:spPr/>
    </dgm:pt>
    <dgm:pt modelId="{65502FD9-EF8A-A248-9FC5-DCB16511D2B7}" type="pres">
      <dgm:prSet presAssocID="{43FE11D2-DBA8-4CE8-AC9B-5A53569C2F70}" presName="sibTrans" presStyleLbl="sibTrans2D1" presStyleIdx="3" presStyleCnt="4"/>
      <dgm:spPr/>
    </dgm:pt>
    <dgm:pt modelId="{3119D666-9DA6-034A-907F-7A0518241C6E}" type="pres">
      <dgm:prSet presAssocID="{43FE11D2-DBA8-4CE8-AC9B-5A53569C2F70}" presName="connectorText" presStyleLbl="sibTrans2D1" presStyleIdx="3" presStyleCnt="4"/>
      <dgm:spPr/>
    </dgm:pt>
    <dgm:pt modelId="{82132BD4-365C-9B4C-AE80-4A77B3EC4A55}" type="pres">
      <dgm:prSet presAssocID="{E779D90C-3BFA-44D1-82E2-DBC49CB735AB}" presName="node" presStyleLbl="node1" presStyleIdx="4" presStyleCnt="5">
        <dgm:presLayoutVars>
          <dgm:bulletEnabled val="1"/>
        </dgm:presLayoutVars>
      </dgm:prSet>
      <dgm:spPr/>
    </dgm:pt>
  </dgm:ptLst>
  <dgm:cxnLst>
    <dgm:cxn modelId="{AEBB0D09-C25A-574D-B200-2949C71A6994}" type="presOf" srcId="{43FE11D2-DBA8-4CE8-AC9B-5A53569C2F70}" destId="{3119D666-9DA6-034A-907F-7A0518241C6E}" srcOrd="1" destOrd="0" presId="urn:microsoft.com/office/officeart/2005/8/layout/process5"/>
    <dgm:cxn modelId="{C1011A15-0DE1-E547-B3E1-50E3193E09D2}" type="presOf" srcId="{EEB2E12E-BD39-410E-B617-664311E119DF}" destId="{E505AD47-DAF8-4A42-9FAA-DBABDA018C2F}" srcOrd="0" destOrd="0" presId="urn:microsoft.com/office/officeart/2005/8/layout/process5"/>
    <dgm:cxn modelId="{63A5F326-E5C1-4AD4-A9F8-5270D1419B59}" srcId="{3534CA25-E765-4244-A453-B86D296362C5}" destId="{DD09A0A4-11BC-409D-B004-062D9B148A77}" srcOrd="3" destOrd="0" parTransId="{422A7BBF-1B8F-414A-9FC0-9A9F768BD1DB}" sibTransId="{43FE11D2-DBA8-4CE8-AC9B-5A53569C2F70}"/>
    <dgm:cxn modelId="{2B9C1C3B-A3ED-3B49-B412-154D7B333ABD}" type="presOf" srcId="{D84EC4FF-6875-450B-8519-0CFAB7E0B9CB}" destId="{076BB89A-8D15-BF41-ACF3-DEF1EEC16847}" srcOrd="0" destOrd="0" presId="urn:microsoft.com/office/officeart/2005/8/layout/process5"/>
    <dgm:cxn modelId="{E337783F-8729-3448-A89E-E5AB9376246C}" type="presOf" srcId="{E779D90C-3BFA-44D1-82E2-DBC49CB735AB}" destId="{82132BD4-365C-9B4C-AE80-4A77B3EC4A55}" srcOrd="0" destOrd="0" presId="urn:microsoft.com/office/officeart/2005/8/layout/process5"/>
    <dgm:cxn modelId="{04C86C47-0723-D445-940B-1E8B9EA13B86}" type="presOf" srcId="{43FE11D2-DBA8-4CE8-AC9B-5A53569C2F70}" destId="{65502FD9-EF8A-A248-9FC5-DCB16511D2B7}" srcOrd="0" destOrd="0" presId="urn:microsoft.com/office/officeart/2005/8/layout/process5"/>
    <dgm:cxn modelId="{F6FEDE72-2660-417E-8592-E7954BCB0A95}" srcId="{3534CA25-E765-4244-A453-B86D296362C5}" destId="{E779D90C-3BFA-44D1-82E2-DBC49CB735AB}" srcOrd="4" destOrd="0" parTransId="{C1615B75-6F71-4097-BE83-3F0FFAD9DFBE}" sibTransId="{8C8711D1-1BB9-46EA-9A99-EFE4A970A78C}"/>
    <dgm:cxn modelId="{BF7EB08B-A99A-4081-92F6-7480904D0D34}" srcId="{3534CA25-E765-4244-A453-B86D296362C5}" destId="{30B4D330-A569-4CC2-B6BF-CC3C0497F0FE}" srcOrd="2" destOrd="0" parTransId="{BAFD6D24-7D3F-409F-A58B-9EC198A1C1D7}" sibTransId="{E949FA28-718E-4907-8422-7069ED810FD4}"/>
    <dgm:cxn modelId="{4E234293-D0CF-8C42-8713-D8B21FF922F5}" type="presOf" srcId="{6E456B21-376D-40FE-8450-6C4CF75B65B1}" destId="{4833B190-6284-7B43-BDAD-89DA21A8861D}" srcOrd="0" destOrd="0" presId="urn:microsoft.com/office/officeart/2005/8/layout/process5"/>
    <dgm:cxn modelId="{7F529B9E-8264-0446-B15F-FB93F9B2709B}" type="presOf" srcId="{DD09A0A4-11BC-409D-B004-062D9B148A77}" destId="{C252423B-DBD0-254F-931E-392ACCF1DA92}" srcOrd="0" destOrd="0" presId="urn:microsoft.com/office/officeart/2005/8/layout/process5"/>
    <dgm:cxn modelId="{1C5EEFB4-F2DA-4B11-8E1B-86DCED93F1DF}" srcId="{3534CA25-E765-4244-A453-B86D296362C5}" destId="{EEB2E12E-BD39-410E-B617-664311E119DF}" srcOrd="0" destOrd="0" parTransId="{15DE2F66-1BC6-4C09-9EFE-87F1F14D11C5}" sibTransId="{359EB8F8-1734-48FA-9DDF-0BE1661AB118}"/>
    <dgm:cxn modelId="{64CD49BC-1503-4A45-B42C-81767AC0D352}" type="presOf" srcId="{359EB8F8-1734-48FA-9DDF-0BE1661AB118}" destId="{4107EA69-9087-7E40-98F9-50400EE7A944}" srcOrd="1" destOrd="0" presId="urn:microsoft.com/office/officeart/2005/8/layout/process5"/>
    <dgm:cxn modelId="{3A8A5BBE-0840-48FB-B853-2154F6F83B55}" srcId="{3534CA25-E765-4244-A453-B86D296362C5}" destId="{6E456B21-376D-40FE-8450-6C4CF75B65B1}" srcOrd="1" destOrd="0" parTransId="{5A5FC2C1-8518-4BA6-9FFC-F9B0A61F531D}" sibTransId="{D84EC4FF-6875-450B-8519-0CFAB7E0B9CB}"/>
    <dgm:cxn modelId="{CF416BC4-A71D-9242-80DE-05694C5D8C19}" type="presOf" srcId="{359EB8F8-1734-48FA-9DDF-0BE1661AB118}" destId="{B308EDAC-A921-E341-AFE1-ABB6567BF05D}" srcOrd="0" destOrd="0" presId="urn:microsoft.com/office/officeart/2005/8/layout/process5"/>
    <dgm:cxn modelId="{84472EC5-88B3-DD4B-B01D-2E3F24C0AA61}" type="presOf" srcId="{D84EC4FF-6875-450B-8519-0CFAB7E0B9CB}" destId="{320153B2-1079-1046-8E68-9FAF8B64AEAF}" srcOrd="1" destOrd="0" presId="urn:microsoft.com/office/officeart/2005/8/layout/process5"/>
    <dgm:cxn modelId="{36F264CB-1E2C-8243-A546-8251448B3DDA}" type="presOf" srcId="{30B4D330-A569-4CC2-B6BF-CC3C0497F0FE}" destId="{A4155CED-3DF8-AB41-B190-067ABC60277F}" srcOrd="0" destOrd="0" presId="urn:microsoft.com/office/officeart/2005/8/layout/process5"/>
    <dgm:cxn modelId="{C7A921CD-CB47-2442-A6A4-121604A5D247}" type="presOf" srcId="{3534CA25-E765-4244-A453-B86D296362C5}" destId="{6392EEF7-CA28-1846-BC97-6DE0F139A2F2}" srcOrd="0" destOrd="0" presId="urn:microsoft.com/office/officeart/2005/8/layout/process5"/>
    <dgm:cxn modelId="{7DCAE8DD-121D-4E40-9DD6-79E52A6F437E}" type="presOf" srcId="{E949FA28-718E-4907-8422-7069ED810FD4}" destId="{C14DA2AC-F6F9-A642-BE1B-3E444B0CBA18}" srcOrd="0" destOrd="0" presId="urn:microsoft.com/office/officeart/2005/8/layout/process5"/>
    <dgm:cxn modelId="{21D0F7DF-97B4-B24D-A484-CFA6D4955C62}" type="presOf" srcId="{E949FA28-718E-4907-8422-7069ED810FD4}" destId="{D27E6751-7F82-584C-AD3C-17389EDD49DB}" srcOrd="1" destOrd="0" presId="urn:microsoft.com/office/officeart/2005/8/layout/process5"/>
    <dgm:cxn modelId="{49EAA84D-3D0B-204B-A160-2EEA1B1BB18D}" type="presParOf" srcId="{6392EEF7-CA28-1846-BC97-6DE0F139A2F2}" destId="{E505AD47-DAF8-4A42-9FAA-DBABDA018C2F}" srcOrd="0" destOrd="0" presId="urn:microsoft.com/office/officeart/2005/8/layout/process5"/>
    <dgm:cxn modelId="{078890A4-A002-6B48-8177-D8160764D846}" type="presParOf" srcId="{6392EEF7-CA28-1846-BC97-6DE0F139A2F2}" destId="{B308EDAC-A921-E341-AFE1-ABB6567BF05D}" srcOrd="1" destOrd="0" presId="urn:microsoft.com/office/officeart/2005/8/layout/process5"/>
    <dgm:cxn modelId="{6515ABD7-4304-9043-A5B4-D42C2CC2715B}" type="presParOf" srcId="{B308EDAC-A921-E341-AFE1-ABB6567BF05D}" destId="{4107EA69-9087-7E40-98F9-50400EE7A944}" srcOrd="0" destOrd="0" presId="urn:microsoft.com/office/officeart/2005/8/layout/process5"/>
    <dgm:cxn modelId="{EBDADA4D-EB6E-F942-8C24-C3E1E1D36B2A}" type="presParOf" srcId="{6392EEF7-CA28-1846-BC97-6DE0F139A2F2}" destId="{4833B190-6284-7B43-BDAD-89DA21A8861D}" srcOrd="2" destOrd="0" presId="urn:microsoft.com/office/officeart/2005/8/layout/process5"/>
    <dgm:cxn modelId="{E25D305E-E634-C046-B4B0-AE86BFEBE728}" type="presParOf" srcId="{6392EEF7-CA28-1846-BC97-6DE0F139A2F2}" destId="{076BB89A-8D15-BF41-ACF3-DEF1EEC16847}" srcOrd="3" destOrd="0" presId="urn:microsoft.com/office/officeart/2005/8/layout/process5"/>
    <dgm:cxn modelId="{217337C5-A1F4-9345-8838-89A577F420B0}" type="presParOf" srcId="{076BB89A-8D15-BF41-ACF3-DEF1EEC16847}" destId="{320153B2-1079-1046-8E68-9FAF8B64AEAF}" srcOrd="0" destOrd="0" presId="urn:microsoft.com/office/officeart/2005/8/layout/process5"/>
    <dgm:cxn modelId="{B2B32FA3-2181-044D-BDE4-45BE12709EF3}" type="presParOf" srcId="{6392EEF7-CA28-1846-BC97-6DE0F139A2F2}" destId="{A4155CED-3DF8-AB41-B190-067ABC60277F}" srcOrd="4" destOrd="0" presId="urn:microsoft.com/office/officeart/2005/8/layout/process5"/>
    <dgm:cxn modelId="{996FEC4E-034A-944B-9179-CFD511AB41C4}" type="presParOf" srcId="{6392EEF7-CA28-1846-BC97-6DE0F139A2F2}" destId="{C14DA2AC-F6F9-A642-BE1B-3E444B0CBA18}" srcOrd="5" destOrd="0" presId="urn:microsoft.com/office/officeart/2005/8/layout/process5"/>
    <dgm:cxn modelId="{C8CD191C-A38D-C84C-BA10-8B70DCCD5A5F}" type="presParOf" srcId="{C14DA2AC-F6F9-A642-BE1B-3E444B0CBA18}" destId="{D27E6751-7F82-584C-AD3C-17389EDD49DB}" srcOrd="0" destOrd="0" presId="urn:microsoft.com/office/officeart/2005/8/layout/process5"/>
    <dgm:cxn modelId="{3BAAF317-50F2-E047-9811-67250BB6DD50}" type="presParOf" srcId="{6392EEF7-CA28-1846-BC97-6DE0F139A2F2}" destId="{C252423B-DBD0-254F-931E-392ACCF1DA92}" srcOrd="6" destOrd="0" presId="urn:microsoft.com/office/officeart/2005/8/layout/process5"/>
    <dgm:cxn modelId="{D4D51A63-458D-234C-AADF-57778F9BD380}" type="presParOf" srcId="{6392EEF7-CA28-1846-BC97-6DE0F139A2F2}" destId="{65502FD9-EF8A-A248-9FC5-DCB16511D2B7}" srcOrd="7" destOrd="0" presId="urn:microsoft.com/office/officeart/2005/8/layout/process5"/>
    <dgm:cxn modelId="{15BFD141-E750-8446-8FA9-4FB9ABEE8EC1}" type="presParOf" srcId="{65502FD9-EF8A-A248-9FC5-DCB16511D2B7}" destId="{3119D666-9DA6-034A-907F-7A0518241C6E}" srcOrd="0" destOrd="0" presId="urn:microsoft.com/office/officeart/2005/8/layout/process5"/>
    <dgm:cxn modelId="{580E5640-4193-2144-B689-AB93AF847B60}" type="presParOf" srcId="{6392EEF7-CA28-1846-BC97-6DE0F139A2F2}" destId="{82132BD4-365C-9B4C-AE80-4A77B3EC4A55}" srcOrd="8"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01AC69C-6A4D-4D0B-A622-358D29CC609F}" type="doc">
      <dgm:prSet loTypeId="urn:microsoft.com/office/officeart/2005/8/layout/process4" loCatId="process" qsTypeId="urn:microsoft.com/office/officeart/2005/8/quickstyle/simple1" qsCatId="simple" csTypeId="urn:microsoft.com/office/officeart/2005/8/colors/accent1_2" csCatId="accent1"/>
      <dgm:spPr/>
      <dgm:t>
        <a:bodyPr/>
        <a:lstStyle/>
        <a:p>
          <a:endParaRPr lang="en-US"/>
        </a:p>
      </dgm:t>
    </dgm:pt>
    <dgm:pt modelId="{80FFD923-C6B7-485E-9202-E431B0BADA4B}">
      <dgm:prSet/>
      <dgm:spPr/>
      <dgm:t>
        <a:bodyPr/>
        <a:lstStyle/>
        <a:p>
          <a:r>
            <a:rPr lang="en-IN"/>
            <a:t>Developed and compared two machine learning models for fraud detection:</a:t>
          </a:r>
          <a:endParaRPr lang="en-US"/>
        </a:p>
      </dgm:t>
    </dgm:pt>
    <dgm:pt modelId="{7C80ED86-82F4-4C2A-8DAF-7178B577C444}" type="parTrans" cxnId="{1F399001-D728-4184-B84B-3B5818FA63C2}">
      <dgm:prSet/>
      <dgm:spPr/>
      <dgm:t>
        <a:bodyPr/>
        <a:lstStyle/>
        <a:p>
          <a:endParaRPr lang="en-US"/>
        </a:p>
      </dgm:t>
    </dgm:pt>
    <dgm:pt modelId="{8E1AC8D6-5B3C-4982-98EB-38A022A6C214}" type="sibTrans" cxnId="{1F399001-D728-4184-B84B-3B5818FA63C2}">
      <dgm:prSet/>
      <dgm:spPr/>
      <dgm:t>
        <a:bodyPr/>
        <a:lstStyle/>
        <a:p>
          <a:endParaRPr lang="en-US"/>
        </a:p>
      </dgm:t>
    </dgm:pt>
    <dgm:pt modelId="{EF57FE3F-FB24-4778-9687-8A390CDA3C5E}">
      <dgm:prSet/>
      <dgm:spPr/>
      <dgm:t>
        <a:bodyPr/>
        <a:lstStyle/>
        <a:p>
          <a:r>
            <a:rPr lang="en-IN"/>
            <a:t>Logistic Regression: Interpretable, strong baseline.</a:t>
          </a:r>
          <a:endParaRPr lang="en-US"/>
        </a:p>
      </dgm:t>
    </dgm:pt>
    <dgm:pt modelId="{336A5853-EC7F-48ED-BC4E-E930F619A798}" type="parTrans" cxnId="{F68333D0-41D7-4B54-944F-4F5A44B411CA}">
      <dgm:prSet/>
      <dgm:spPr/>
      <dgm:t>
        <a:bodyPr/>
        <a:lstStyle/>
        <a:p>
          <a:endParaRPr lang="en-US"/>
        </a:p>
      </dgm:t>
    </dgm:pt>
    <dgm:pt modelId="{6C72751B-25C9-4170-983A-1395D4D1B6FE}" type="sibTrans" cxnId="{F68333D0-41D7-4B54-944F-4F5A44B411CA}">
      <dgm:prSet/>
      <dgm:spPr/>
      <dgm:t>
        <a:bodyPr/>
        <a:lstStyle/>
        <a:p>
          <a:endParaRPr lang="en-US"/>
        </a:p>
      </dgm:t>
    </dgm:pt>
    <dgm:pt modelId="{990AFBBF-3C88-424C-B7FC-C5A4A7E9ED95}">
      <dgm:prSet/>
      <dgm:spPr/>
      <dgm:t>
        <a:bodyPr/>
        <a:lstStyle/>
        <a:p>
          <a:r>
            <a:rPr lang="en-IN"/>
            <a:t>Random Forest: Captures non-linearities, robust to overfitting.</a:t>
          </a:r>
          <a:endParaRPr lang="en-US"/>
        </a:p>
      </dgm:t>
    </dgm:pt>
    <dgm:pt modelId="{4AA1AAE2-3FA3-41AB-8E1D-B9CBF0FDD639}" type="parTrans" cxnId="{F4B0962C-9485-4729-BD49-F3FFACF88175}">
      <dgm:prSet/>
      <dgm:spPr/>
      <dgm:t>
        <a:bodyPr/>
        <a:lstStyle/>
        <a:p>
          <a:endParaRPr lang="en-US"/>
        </a:p>
      </dgm:t>
    </dgm:pt>
    <dgm:pt modelId="{D590BBBC-93CE-4B45-948F-2F8B364AA364}" type="sibTrans" cxnId="{F4B0962C-9485-4729-BD49-F3FFACF88175}">
      <dgm:prSet/>
      <dgm:spPr/>
      <dgm:t>
        <a:bodyPr/>
        <a:lstStyle/>
        <a:p>
          <a:endParaRPr lang="en-US"/>
        </a:p>
      </dgm:t>
    </dgm:pt>
    <dgm:pt modelId="{418C1B34-D2BB-4269-AD30-32F201DAB7E7}">
      <dgm:prSet/>
      <dgm:spPr/>
      <dgm:t>
        <a:bodyPr/>
        <a:lstStyle/>
        <a:p>
          <a:r>
            <a:rPr lang="en-IN"/>
            <a:t>Data split into training, validation, and test sets for unbiased evaluation.</a:t>
          </a:r>
          <a:endParaRPr lang="en-US"/>
        </a:p>
      </dgm:t>
    </dgm:pt>
    <dgm:pt modelId="{A8D9097B-E944-4203-B7E5-980E65CC9FE7}" type="parTrans" cxnId="{D764F272-9441-4127-8C1A-1FBF0B1FFD46}">
      <dgm:prSet/>
      <dgm:spPr/>
      <dgm:t>
        <a:bodyPr/>
        <a:lstStyle/>
        <a:p>
          <a:endParaRPr lang="en-US"/>
        </a:p>
      </dgm:t>
    </dgm:pt>
    <dgm:pt modelId="{AEA85EDD-BA74-4D91-AC04-E2E8DC6F7322}" type="sibTrans" cxnId="{D764F272-9441-4127-8C1A-1FBF0B1FFD46}">
      <dgm:prSet/>
      <dgm:spPr/>
      <dgm:t>
        <a:bodyPr/>
        <a:lstStyle/>
        <a:p>
          <a:endParaRPr lang="en-US"/>
        </a:p>
      </dgm:t>
    </dgm:pt>
    <dgm:pt modelId="{18BEB963-31C5-4105-B37D-8B0D118A64C3}">
      <dgm:prSet/>
      <dgm:spPr/>
      <dgm:t>
        <a:bodyPr/>
        <a:lstStyle/>
        <a:p>
          <a:r>
            <a:rPr lang="en-IN"/>
            <a:t>Fair comparison using the same features and optimal cutoff selection.</a:t>
          </a:r>
          <a:endParaRPr lang="en-US"/>
        </a:p>
      </dgm:t>
    </dgm:pt>
    <dgm:pt modelId="{8CDC7040-0511-432D-B5EE-557F8CBDE74F}" type="parTrans" cxnId="{43ADC0FF-9464-49A9-9402-279EC87BC39E}">
      <dgm:prSet/>
      <dgm:spPr/>
      <dgm:t>
        <a:bodyPr/>
        <a:lstStyle/>
        <a:p>
          <a:endParaRPr lang="en-US"/>
        </a:p>
      </dgm:t>
    </dgm:pt>
    <dgm:pt modelId="{A4078CB9-15C8-4EB7-9532-332DB627E68F}" type="sibTrans" cxnId="{43ADC0FF-9464-49A9-9402-279EC87BC39E}">
      <dgm:prSet/>
      <dgm:spPr/>
      <dgm:t>
        <a:bodyPr/>
        <a:lstStyle/>
        <a:p>
          <a:endParaRPr lang="en-US"/>
        </a:p>
      </dgm:t>
    </dgm:pt>
    <dgm:pt modelId="{1EA085EB-F9DF-B843-ACC6-77FA0EF2407F}" type="pres">
      <dgm:prSet presAssocID="{501AC69C-6A4D-4D0B-A622-358D29CC609F}" presName="Name0" presStyleCnt="0">
        <dgm:presLayoutVars>
          <dgm:dir/>
          <dgm:animLvl val="lvl"/>
          <dgm:resizeHandles val="exact"/>
        </dgm:presLayoutVars>
      </dgm:prSet>
      <dgm:spPr/>
    </dgm:pt>
    <dgm:pt modelId="{7CCF22AD-A766-994C-9D25-A648E98C9E9D}" type="pres">
      <dgm:prSet presAssocID="{18BEB963-31C5-4105-B37D-8B0D118A64C3}" presName="boxAndChildren" presStyleCnt="0"/>
      <dgm:spPr/>
    </dgm:pt>
    <dgm:pt modelId="{2BB0BA59-2D05-C548-B613-5EB6DCB7325D}" type="pres">
      <dgm:prSet presAssocID="{18BEB963-31C5-4105-B37D-8B0D118A64C3}" presName="parentTextBox" presStyleLbl="node1" presStyleIdx="0" presStyleCnt="3"/>
      <dgm:spPr/>
    </dgm:pt>
    <dgm:pt modelId="{51FBC58A-15C2-5940-BAEF-CA91B2A679F2}" type="pres">
      <dgm:prSet presAssocID="{AEA85EDD-BA74-4D91-AC04-E2E8DC6F7322}" presName="sp" presStyleCnt="0"/>
      <dgm:spPr/>
    </dgm:pt>
    <dgm:pt modelId="{6775C89E-531A-1745-88D6-CF68041153AF}" type="pres">
      <dgm:prSet presAssocID="{418C1B34-D2BB-4269-AD30-32F201DAB7E7}" presName="arrowAndChildren" presStyleCnt="0"/>
      <dgm:spPr/>
    </dgm:pt>
    <dgm:pt modelId="{7743B1A4-9C34-1F49-AF47-F875B35535FF}" type="pres">
      <dgm:prSet presAssocID="{418C1B34-D2BB-4269-AD30-32F201DAB7E7}" presName="parentTextArrow" presStyleLbl="node1" presStyleIdx="1" presStyleCnt="3"/>
      <dgm:spPr/>
    </dgm:pt>
    <dgm:pt modelId="{0B488716-BFC0-0441-810F-45E6ECF55FF2}" type="pres">
      <dgm:prSet presAssocID="{8E1AC8D6-5B3C-4982-98EB-38A022A6C214}" presName="sp" presStyleCnt="0"/>
      <dgm:spPr/>
    </dgm:pt>
    <dgm:pt modelId="{31CD1219-5949-404E-90E7-A87EC00F2860}" type="pres">
      <dgm:prSet presAssocID="{80FFD923-C6B7-485E-9202-E431B0BADA4B}" presName="arrowAndChildren" presStyleCnt="0"/>
      <dgm:spPr/>
    </dgm:pt>
    <dgm:pt modelId="{07BE0459-5627-1E4E-9A9F-F77BDC2078DE}" type="pres">
      <dgm:prSet presAssocID="{80FFD923-C6B7-485E-9202-E431B0BADA4B}" presName="parentTextArrow" presStyleLbl="node1" presStyleIdx="1" presStyleCnt="3"/>
      <dgm:spPr/>
    </dgm:pt>
    <dgm:pt modelId="{17673951-DAEB-CA45-8E45-3271EB7C0ACD}" type="pres">
      <dgm:prSet presAssocID="{80FFD923-C6B7-485E-9202-E431B0BADA4B}" presName="arrow" presStyleLbl="node1" presStyleIdx="2" presStyleCnt="3"/>
      <dgm:spPr/>
    </dgm:pt>
    <dgm:pt modelId="{CC905760-5C42-0B48-9405-C1434740979C}" type="pres">
      <dgm:prSet presAssocID="{80FFD923-C6B7-485E-9202-E431B0BADA4B}" presName="descendantArrow" presStyleCnt="0"/>
      <dgm:spPr/>
    </dgm:pt>
    <dgm:pt modelId="{BA7BB484-FF77-384F-A2DA-6E6370E6F3A0}" type="pres">
      <dgm:prSet presAssocID="{EF57FE3F-FB24-4778-9687-8A390CDA3C5E}" presName="childTextArrow" presStyleLbl="fgAccFollowNode1" presStyleIdx="0" presStyleCnt="2">
        <dgm:presLayoutVars>
          <dgm:bulletEnabled val="1"/>
        </dgm:presLayoutVars>
      </dgm:prSet>
      <dgm:spPr/>
    </dgm:pt>
    <dgm:pt modelId="{CEC763BF-7A1F-6D42-9A30-41181A4BC49E}" type="pres">
      <dgm:prSet presAssocID="{990AFBBF-3C88-424C-B7FC-C5A4A7E9ED95}" presName="childTextArrow" presStyleLbl="fgAccFollowNode1" presStyleIdx="1" presStyleCnt="2">
        <dgm:presLayoutVars>
          <dgm:bulletEnabled val="1"/>
        </dgm:presLayoutVars>
      </dgm:prSet>
      <dgm:spPr/>
    </dgm:pt>
  </dgm:ptLst>
  <dgm:cxnLst>
    <dgm:cxn modelId="{1F399001-D728-4184-B84B-3B5818FA63C2}" srcId="{501AC69C-6A4D-4D0B-A622-358D29CC609F}" destId="{80FFD923-C6B7-485E-9202-E431B0BADA4B}" srcOrd="0" destOrd="0" parTransId="{7C80ED86-82F4-4C2A-8DAF-7178B577C444}" sibTransId="{8E1AC8D6-5B3C-4982-98EB-38A022A6C214}"/>
    <dgm:cxn modelId="{65FDAF16-CDFF-AF4A-930E-98769F96FC7F}" type="presOf" srcId="{418C1B34-D2BB-4269-AD30-32F201DAB7E7}" destId="{7743B1A4-9C34-1F49-AF47-F875B35535FF}" srcOrd="0" destOrd="0" presId="urn:microsoft.com/office/officeart/2005/8/layout/process4"/>
    <dgm:cxn modelId="{F4B0962C-9485-4729-BD49-F3FFACF88175}" srcId="{80FFD923-C6B7-485E-9202-E431B0BADA4B}" destId="{990AFBBF-3C88-424C-B7FC-C5A4A7E9ED95}" srcOrd="1" destOrd="0" parTransId="{4AA1AAE2-3FA3-41AB-8E1D-B9CBF0FDD639}" sibTransId="{D590BBBC-93CE-4B45-948F-2F8B364AA364}"/>
    <dgm:cxn modelId="{8EA9DC40-E2A2-924B-9F17-E6661269C3AD}" type="presOf" srcId="{EF57FE3F-FB24-4778-9687-8A390CDA3C5E}" destId="{BA7BB484-FF77-384F-A2DA-6E6370E6F3A0}" srcOrd="0" destOrd="0" presId="urn:microsoft.com/office/officeart/2005/8/layout/process4"/>
    <dgm:cxn modelId="{401A2943-E5B7-0247-853C-A15FD8DF6FB1}" type="presOf" srcId="{80FFD923-C6B7-485E-9202-E431B0BADA4B}" destId="{07BE0459-5627-1E4E-9A9F-F77BDC2078DE}" srcOrd="0" destOrd="0" presId="urn:microsoft.com/office/officeart/2005/8/layout/process4"/>
    <dgm:cxn modelId="{A28B054E-E142-5645-9BD9-7271DB494C74}" type="presOf" srcId="{990AFBBF-3C88-424C-B7FC-C5A4A7E9ED95}" destId="{CEC763BF-7A1F-6D42-9A30-41181A4BC49E}" srcOrd="0" destOrd="0" presId="urn:microsoft.com/office/officeart/2005/8/layout/process4"/>
    <dgm:cxn modelId="{432E225F-DC0D-B64F-869D-0E301E31C7FA}" type="presOf" srcId="{501AC69C-6A4D-4D0B-A622-358D29CC609F}" destId="{1EA085EB-F9DF-B843-ACC6-77FA0EF2407F}" srcOrd="0" destOrd="0" presId="urn:microsoft.com/office/officeart/2005/8/layout/process4"/>
    <dgm:cxn modelId="{D764F272-9441-4127-8C1A-1FBF0B1FFD46}" srcId="{501AC69C-6A4D-4D0B-A622-358D29CC609F}" destId="{418C1B34-D2BB-4269-AD30-32F201DAB7E7}" srcOrd="1" destOrd="0" parTransId="{A8D9097B-E944-4203-B7E5-980E65CC9FE7}" sibTransId="{AEA85EDD-BA74-4D91-AC04-E2E8DC6F7322}"/>
    <dgm:cxn modelId="{F68333D0-41D7-4B54-944F-4F5A44B411CA}" srcId="{80FFD923-C6B7-485E-9202-E431B0BADA4B}" destId="{EF57FE3F-FB24-4778-9687-8A390CDA3C5E}" srcOrd="0" destOrd="0" parTransId="{336A5853-EC7F-48ED-BC4E-E930F619A798}" sibTransId="{6C72751B-25C9-4170-983A-1395D4D1B6FE}"/>
    <dgm:cxn modelId="{FE1EB2D3-E745-9E4F-898E-607AB3694065}" type="presOf" srcId="{80FFD923-C6B7-485E-9202-E431B0BADA4B}" destId="{17673951-DAEB-CA45-8E45-3271EB7C0ACD}" srcOrd="1" destOrd="0" presId="urn:microsoft.com/office/officeart/2005/8/layout/process4"/>
    <dgm:cxn modelId="{586519EE-F1F8-6244-A605-49C527BD6A80}" type="presOf" srcId="{18BEB963-31C5-4105-B37D-8B0D118A64C3}" destId="{2BB0BA59-2D05-C548-B613-5EB6DCB7325D}" srcOrd="0" destOrd="0" presId="urn:microsoft.com/office/officeart/2005/8/layout/process4"/>
    <dgm:cxn modelId="{43ADC0FF-9464-49A9-9402-279EC87BC39E}" srcId="{501AC69C-6A4D-4D0B-A622-358D29CC609F}" destId="{18BEB963-31C5-4105-B37D-8B0D118A64C3}" srcOrd="2" destOrd="0" parTransId="{8CDC7040-0511-432D-B5EE-557F8CBDE74F}" sibTransId="{A4078CB9-15C8-4EB7-9532-332DB627E68F}"/>
    <dgm:cxn modelId="{AA5E60E7-169F-D449-B755-5663594E27F3}" type="presParOf" srcId="{1EA085EB-F9DF-B843-ACC6-77FA0EF2407F}" destId="{7CCF22AD-A766-994C-9D25-A648E98C9E9D}" srcOrd="0" destOrd="0" presId="urn:microsoft.com/office/officeart/2005/8/layout/process4"/>
    <dgm:cxn modelId="{2F553098-C53F-8B42-9AF4-4DADFE32E229}" type="presParOf" srcId="{7CCF22AD-A766-994C-9D25-A648E98C9E9D}" destId="{2BB0BA59-2D05-C548-B613-5EB6DCB7325D}" srcOrd="0" destOrd="0" presId="urn:microsoft.com/office/officeart/2005/8/layout/process4"/>
    <dgm:cxn modelId="{0C80D8D1-F454-4740-AE9B-B8CA49DABE54}" type="presParOf" srcId="{1EA085EB-F9DF-B843-ACC6-77FA0EF2407F}" destId="{51FBC58A-15C2-5940-BAEF-CA91B2A679F2}" srcOrd="1" destOrd="0" presId="urn:microsoft.com/office/officeart/2005/8/layout/process4"/>
    <dgm:cxn modelId="{6E1D1473-D8A2-A94E-9847-E7C2B6075DB9}" type="presParOf" srcId="{1EA085EB-F9DF-B843-ACC6-77FA0EF2407F}" destId="{6775C89E-531A-1745-88D6-CF68041153AF}" srcOrd="2" destOrd="0" presId="urn:microsoft.com/office/officeart/2005/8/layout/process4"/>
    <dgm:cxn modelId="{C4A9952C-4AAE-834C-A6A3-34035888EEA8}" type="presParOf" srcId="{6775C89E-531A-1745-88D6-CF68041153AF}" destId="{7743B1A4-9C34-1F49-AF47-F875B35535FF}" srcOrd="0" destOrd="0" presId="urn:microsoft.com/office/officeart/2005/8/layout/process4"/>
    <dgm:cxn modelId="{BB88F54A-0260-B34D-A807-75883D2529A2}" type="presParOf" srcId="{1EA085EB-F9DF-B843-ACC6-77FA0EF2407F}" destId="{0B488716-BFC0-0441-810F-45E6ECF55FF2}" srcOrd="3" destOrd="0" presId="urn:microsoft.com/office/officeart/2005/8/layout/process4"/>
    <dgm:cxn modelId="{8E4FEC2F-1313-BE4D-A5B2-733CA9B60500}" type="presParOf" srcId="{1EA085EB-F9DF-B843-ACC6-77FA0EF2407F}" destId="{31CD1219-5949-404E-90E7-A87EC00F2860}" srcOrd="4" destOrd="0" presId="urn:microsoft.com/office/officeart/2005/8/layout/process4"/>
    <dgm:cxn modelId="{6B81A13E-F59E-8944-847E-CCDF70EF3662}" type="presParOf" srcId="{31CD1219-5949-404E-90E7-A87EC00F2860}" destId="{07BE0459-5627-1E4E-9A9F-F77BDC2078DE}" srcOrd="0" destOrd="0" presId="urn:microsoft.com/office/officeart/2005/8/layout/process4"/>
    <dgm:cxn modelId="{157E22D8-6B1C-C94A-B304-F39B2E3E57D9}" type="presParOf" srcId="{31CD1219-5949-404E-90E7-A87EC00F2860}" destId="{17673951-DAEB-CA45-8E45-3271EB7C0ACD}" srcOrd="1" destOrd="0" presId="urn:microsoft.com/office/officeart/2005/8/layout/process4"/>
    <dgm:cxn modelId="{4E6C849A-7FE6-A549-885F-25FD673E3E5C}" type="presParOf" srcId="{31CD1219-5949-404E-90E7-A87EC00F2860}" destId="{CC905760-5C42-0B48-9405-C1434740979C}" srcOrd="2" destOrd="0" presId="urn:microsoft.com/office/officeart/2005/8/layout/process4"/>
    <dgm:cxn modelId="{D9C24250-76F7-D94A-941E-ED65F33F3DA1}" type="presParOf" srcId="{CC905760-5C42-0B48-9405-C1434740979C}" destId="{BA7BB484-FF77-384F-A2DA-6E6370E6F3A0}" srcOrd="0" destOrd="0" presId="urn:microsoft.com/office/officeart/2005/8/layout/process4"/>
    <dgm:cxn modelId="{C9637EBD-C643-7845-9290-A8D06F38A82D}" type="presParOf" srcId="{CC905760-5C42-0B48-9405-C1434740979C}" destId="{CEC763BF-7A1F-6D42-9A30-41181A4BC49E}" srcOrd="1"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C6327DA-DC7D-417E-93E9-384A31DB492D}" type="doc">
      <dgm:prSet loTypeId="urn:microsoft.com/office/officeart/2005/8/layout/vList5" loCatId="list" qsTypeId="urn:microsoft.com/office/officeart/2005/8/quickstyle/simple1" qsCatId="simple" csTypeId="urn:microsoft.com/office/officeart/2005/8/colors/colorful2" csCatId="colorful"/>
      <dgm:spPr/>
      <dgm:t>
        <a:bodyPr/>
        <a:lstStyle/>
        <a:p>
          <a:endParaRPr lang="en-US"/>
        </a:p>
      </dgm:t>
    </dgm:pt>
    <dgm:pt modelId="{310EB3FD-887E-4D9C-BE72-CF424661812A}">
      <dgm:prSet/>
      <dgm:spPr/>
      <dgm:t>
        <a:bodyPr/>
        <a:lstStyle/>
        <a:p>
          <a:r>
            <a:rPr lang="en-US" dirty="0"/>
            <a:t>Accuracy: 0.8909</a:t>
          </a:r>
        </a:p>
      </dgm:t>
    </dgm:pt>
    <dgm:pt modelId="{4907705E-6EF8-4D25-8E80-74EDAFA29FE4}" type="parTrans" cxnId="{2B0E4F2E-5117-4F10-8470-D2FE7B230030}">
      <dgm:prSet/>
      <dgm:spPr/>
      <dgm:t>
        <a:bodyPr/>
        <a:lstStyle/>
        <a:p>
          <a:endParaRPr lang="en-US"/>
        </a:p>
      </dgm:t>
    </dgm:pt>
    <dgm:pt modelId="{9636574E-1F57-45FE-A580-85710A1DAF4F}" type="sibTrans" cxnId="{2B0E4F2E-5117-4F10-8470-D2FE7B230030}">
      <dgm:prSet/>
      <dgm:spPr/>
      <dgm:t>
        <a:bodyPr/>
        <a:lstStyle/>
        <a:p>
          <a:endParaRPr lang="en-US"/>
        </a:p>
      </dgm:t>
    </dgm:pt>
    <dgm:pt modelId="{CA7EF270-8087-4612-BAA2-4D3206005BBC}">
      <dgm:prSet/>
      <dgm:spPr/>
      <dgm:t>
        <a:bodyPr/>
        <a:lstStyle/>
        <a:p>
          <a:r>
            <a:rPr lang="en-US" dirty="0"/>
            <a:t>Sensitivity: 0.8937</a:t>
          </a:r>
        </a:p>
      </dgm:t>
    </dgm:pt>
    <dgm:pt modelId="{1170EE9D-5CEC-49D7-84B7-788D861F4C2B}" type="parTrans" cxnId="{BD66C227-C1DF-45DE-BEDD-1B4F349F3D6B}">
      <dgm:prSet/>
      <dgm:spPr/>
      <dgm:t>
        <a:bodyPr/>
        <a:lstStyle/>
        <a:p>
          <a:endParaRPr lang="en-US"/>
        </a:p>
      </dgm:t>
    </dgm:pt>
    <dgm:pt modelId="{47DED3B5-771D-431F-9C08-F162108FAE12}" type="sibTrans" cxnId="{BD66C227-C1DF-45DE-BEDD-1B4F349F3D6B}">
      <dgm:prSet/>
      <dgm:spPr/>
      <dgm:t>
        <a:bodyPr/>
        <a:lstStyle/>
        <a:p>
          <a:endParaRPr lang="en-US"/>
        </a:p>
      </dgm:t>
    </dgm:pt>
    <dgm:pt modelId="{6458A16F-05BD-461E-BB76-A016B8955DB1}">
      <dgm:prSet/>
      <dgm:spPr/>
      <dgm:t>
        <a:bodyPr/>
        <a:lstStyle/>
        <a:p>
          <a:r>
            <a:rPr lang="en-US"/>
            <a:t>Specificity: 0.8880</a:t>
          </a:r>
        </a:p>
      </dgm:t>
    </dgm:pt>
    <dgm:pt modelId="{4E56D366-8223-4F56-9D2E-8E95320FDA68}" type="parTrans" cxnId="{C9B8ADB6-20FF-4ED8-A0A6-7B7D5F257D32}">
      <dgm:prSet/>
      <dgm:spPr/>
      <dgm:t>
        <a:bodyPr/>
        <a:lstStyle/>
        <a:p>
          <a:endParaRPr lang="en-US"/>
        </a:p>
      </dgm:t>
    </dgm:pt>
    <dgm:pt modelId="{C7D4AFE9-289F-47C2-B387-98E4A5A56216}" type="sibTrans" cxnId="{C9B8ADB6-20FF-4ED8-A0A6-7B7D5F257D32}">
      <dgm:prSet/>
      <dgm:spPr/>
      <dgm:t>
        <a:bodyPr/>
        <a:lstStyle/>
        <a:p>
          <a:endParaRPr lang="en-US"/>
        </a:p>
      </dgm:t>
    </dgm:pt>
    <dgm:pt modelId="{8C49662A-5984-475C-B388-44BC1578164C}">
      <dgm:prSet/>
      <dgm:spPr/>
      <dgm:t>
        <a:bodyPr/>
        <a:lstStyle/>
        <a:p>
          <a:r>
            <a:rPr lang="en-US"/>
            <a:t>Precision: 0.8887</a:t>
          </a:r>
        </a:p>
      </dgm:t>
    </dgm:pt>
    <dgm:pt modelId="{E7A515A6-01CD-4EF2-8719-48E5E1E3B7DA}" type="parTrans" cxnId="{3B94DDC0-62B6-4A1C-9F1C-70A5C3855463}">
      <dgm:prSet/>
      <dgm:spPr/>
      <dgm:t>
        <a:bodyPr/>
        <a:lstStyle/>
        <a:p>
          <a:endParaRPr lang="en-US"/>
        </a:p>
      </dgm:t>
    </dgm:pt>
    <dgm:pt modelId="{1064AEBA-CFBD-4D69-A468-60C7E8086473}" type="sibTrans" cxnId="{3B94DDC0-62B6-4A1C-9F1C-70A5C3855463}">
      <dgm:prSet/>
      <dgm:spPr/>
      <dgm:t>
        <a:bodyPr/>
        <a:lstStyle/>
        <a:p>
          <a:endParaRPr lang="en-US"/>
        </a:p>
      </dgm:t>
    </dgm:pt>
    <dgm:pt modelId="{68BB5500-4E22-4194-91BF-CEB9A03A1924}">
      <dgm:prSet/>
      <dgm:spPr/>
      <dgm:t>
        <a:bodyPr/>
        <a:lstStyle/>
        <a:p>
          <a:r>
            <a:rPr lang="en-US"/>
            <a:t>Recall: 0.8937</a:t>
          </a:r>
        </a:p>
      </dgm:t>
    </dgm:pt>
    <dgm:pt modelId="{19C748F4-9E02-413C-ADC7-4D2872AD47A6}" type="parTrans" cxnId="{4C9A86FE-86FB-4771-8609-045A7D97873B}">
      <dgm:prSet/>
      <dgm:spPr/>
      <dgm:t>
        <a:bodyPr/>
        <a:lstStyle/>
        <a:p>
          <a:endParaRPr lang="en-US"/>
        </a:p>
      </dgm:t>
    </dgm:pt>
    <dgm:pt modelId="{F9906F94-17BC-49EE-ACEE-7B7474EDEAAA}" type="sibTrans" cxnId="{4C9A86FE-86FB-4771-8609-045A7D97873B}">
      <dgm:prSet/>
      <dgm:spPr/>
      <dgm:t>
        <a:bodyPr/>
        <a:lstStyle/>
        <a:p>
          <a:endParaRPr lang="en-US"/>
        </a:p>
      </dgm:t>
    </dgm:pt>
    <dgm:pt modelId="{A6ABAE55-63FF-4479-9F70-A1EA217866D2}">
      <dgm:prSet/>
      <dgm:spPr/>
      <dgm:t>
        <a:bodyPr/>
        <a:lstStyle/>
        <a:p>
          <a:r>
            <a:rPr lang="en-US"/>
            <a:t>F1 Score: 0.8912</a:t>
          </a:r>
        </a:p>
      </dgm:t>
    </dgm:pt>
    <dgm:pt modelId="{1C9DD610-7F32-4633-BB2A-1BAE5A1E38B5}" type="parTrans" cxnId="{1566A0F2-6D0B-4DF9-A964-815631439B3F}">
      <dgm:prSet/>
      <dgm:spPr/>
      <dgm:t>
        <a:bodyPr/>
        <a:lstStyle/>
        <a:p>
          <a:endParaRPr lang="en-US"/>
        </a:p>
      </dgm:t>
    </dgm:pt>
    <dgm:pt modelId="{2B17497E-FB3D-4764-B3F8-836672F89240}" type="sibTrans" cxnId="{1566A0F2-6D0B-4DF9-A964-815631439B3F}">
      <dgm:prSet/>
      <dgm:spPr/>
      <dgm:t>
        <a:bodyPr/>
        <a:lstStyle/>
        <a:p>
          <a:endParaRPr lang="en-US"/>
        </a:p>
      </dgm:t>
    </dgm:pt>
    <dgm:pt modelId="{52488E61-CB89-B24F-8C98-D7E94A0EF3C4}" type="pres">
      <dgm:prSet presAssocID="{6C6327DA-DC7D-417E-93E9-384A31DB492D}" presName="Name0" presStyleCnt="0">
        <dgm:presLayoutVars>
          <dgm:dir/>
          <dgm:animLvl val="lvl"/>
          <dgm:resizeHandles val="exact"/>
        </dgm:presLayoutVars>
      </dgm:prSet>
      <dgm:spPr/>
    </dgm:pt>
    <dgm:pt modelId="{4B938ECF-B4E0-AE40-8859-C5CB078EEA6B}" type="pres">
      <dgm:prSet presAssocID="{310EB3FD-887E-4D9C-BE72-CF424661812A}" presName="linNode" presStyleCnt="0"/>
      <dgm:spPr/>
    </dgm:pt>
    <dgm:pt modelId="{91386DE5-85A5-B24A-B02F-A252E8445F36}" type="pres">
      <dgm:prSet presAssocID="{310EB3FD-887E-4D9C-BE72-CF424661812A}" presName="parentText" presStyleLbl="node1" presStyleIdx="0" presStyleCnt="6">
        <dgm:presLayoutVars>
          <dgm:chMax val="1"/>
          <dgm:bulletEnabled val="1"/>
        </dgm:presLayoutVars>
      </dgm:prSet>
      <dgm:spPr/>
    </dgm:pt>
    <dgm:pt modelId="{C12FC16B-9867-8E4A-9C57-D388F80D8AC4}" type="pres">
      <dgm:prSet presAssocID="{9636574E-1F57-45FE-A580-85710A1DAF4F}" presName="sp" presStyleCnt="0"/>
      <dgm:spPr/>
    </dgm:pt>
    <dgm:pt modelId="{07144D24-FDDF-ED48-B61C-8A7ABCB49B80}" type="pres">
      <dgm:prSet presAssocID="{CA7EF270-8087-4612-BAA2-4D3206005BBC}" presName="linNode" presStyleCnt="0"/>
      <dgm:spPr/>
    </dgm:pt>
    <dgm:pt modelId="{6617CC4E-F7B4-FC41-A440-71CB2488C169}" type="pres">
      <dgm:prSet presAssocID="{CA7EF270-8087-4612-BAA2-4D3206005BBC}" presName="parentText" presStyleLbl="node1" presStyleIdx="1" presStyleCnt="6">
        <dgm:presLayoutVars>
          <dgm:chMax val="1"/>
          <dgm:bulletEnabled val="1"/>
        </dgm:presLayoutVars>
      </dgm:prSet>
      <dgm:spPr/>
    </dgm:pt>
    <dgm:pt modelId="{922C4299-3368-0543-9137-4EE7B5C40960}" type="pres">
      <dgm:prSet presAssocID="{47DED3B5-771D-431F-9C08-F162108FAE12}" presName="sp" presStyleCnt="0"/>
      <dgm:spPr/>
    </dgm:pt>
    <dgm:pt modelId="{0800D6B0-7D64-0947-AF9E-BAEECA87CE6C}" type="pres">
      <dgm:prSet presAssocID="{6458A16F-05BD-461E-BB76-A016B8955DB1}" presName="linNode" presStyleCnt="0"/>
      <dgm:spPr/>
    </dgm:pt>
    <dgm:pt modelId="{9110DAAB-59A5-2D43-97B0-BE6BD8ACFCAC}" type="pres">
      <dgm:prSet presAssocID="{6458A16F-05BD-461E-BB76-A016B8955DB1}" presName="parentText" presStyleLbl="node1" presStyleIdx="2" presStyleCnt="6">
        <dgm:presLayoutVars>
          <dgm:chMax val="1"/>
          <dgm:bulletEnabled val="1"/>
        </dgm:presLayoutVars>
      </dgm:prSet>
      <dgm:spPr/>
    </dgm:pt>
    <dgm:pt modelId="{104B2EF9-A2E1-8A48-8ADC-372A1CCE23D5}" type="pres">
      <dgm:prSet presAssocID="{C7D4AFE9-289F-47C2-B387-98E4A5A56216}" presName="sp" presStyleCnt="0"/>
      <dgm:spPr/>
    </dgm:pt>
    <dgm:pt modelId="{0CF48431-DCC5-144E-B6F0-442300E40315}" type="pres">
      <dgm:prSet presAssocID="{8C49662A-5984-475C-B388-44BC1578164C}" presName="linNode" presStyleCnt="0"/>
      <dgm:spPr/>
    </dgm:pt>
    <dgm:pt modelId="{D05EB866-2513-1945-875F-D934DD325A86}" type="pres">
      <dgm:prSet presAssocID="{8C49662A-5984-475C-B388-44BC1578164C}" presName="parentText" presStyleLbl="node1" presStyleIdx="3" presStyleCnt="6">
        <dgm:presLayoutVars>
          <dgm:chMax val="1"/>
          <dgm:bulletEnabled val="1"/>
        </dgm:presLayoutVars>
      </dgm:prSet>
      <dgm:spPr/>
    </dgm:pt>
    <dgm:pt modelId="{DAEC56D4-3E5C-2343-A88A-0E59A302AB25}" type="pres">
      <dgm:prSet presAssocID="{1064AEBA-CFBD-4D69-A468-60C7E8086473}" presName="sp" presStyleCnt="0"/>
      <dgm:spPr/>
    </dgm:pt>
    <dgm:pt modelId="{BE3362C7-4A36-7745-BA0E-16359DEC43A5}" type="pres">
      <dgm:prSet presAssocID="{68BB5500-4E22-4194-91BF-CEB9A03A1924}" presName="linNode" presStyleCnt="0"/>
      <dgm:spPr/>
    </dgm:pt>
    <dgm:pt modelId="{033F3B7A-7507-834E-86B4-BB692229CF56}" type="pres">
      <dgm:prSet presAssocID="{68BB5500-4E22-4194-91BF-CEB9A03A1924}" presName="parentText" presStyleLbl="node1" presStyleIdx="4" presStyleCnt="6">
        <dgm:presLayoutVars>
          <dgm:chMax val="1"/>
          <dgm:bulletEnabled val="1"/>
        </dgm:presLayoutVars>
      </dgm:prSet>
      <dgm:spPr/>
    </dgm:pt>
    <dgm:pt modelId="{98309E54-F018-9940-BE2D-E2E71285C4A2}" type="pres">
      <dgm:prSet presAssocID="{F9906F94-17BC-49EE-ACEE-7B7474EDEAAA}" presName="sp" presStyleCnt="0"/>
      <dgm:spPr/>
    </dgm:pt>
    <dgm:pt modelId="{43F4A586-89C1-EB48-ACBE-EB4BFAD3C4DE}" type="pres">
      <dgm:prSet presAssocID="{A6ABAE55-63FF-4479-9F70-A1EA217866D2}" presName="linNode" presStyleCnt="0"/>
      <dgm:spPr/>
    </dgm:pt>
    <dgm:pt modelId="{5DA98940-7DD9-0540-A514-B3D3AFA6FEEB}" type="pres">
      <dgm:prSet presAssocID="{A6ABAE55-63FF-4479-9F70-A1EA217866D2}" presName="parentText" presStyleLbl="node1" presStyleIdx="5" presStyleCnt="6">
        <dgm:presLayoutVars>
          <dgm:chMax val="1"/>
          <dgm:bulletEnabled val="1"/>
        </dgm:presLayoutVars>
      </dgm:prSet>
      <dgm:spPr/>
    </dgm:pt>
  </dgm:ptLst>
  <dgm:cxnLst>
    <dgm:cxn modelId="{BD66C227-C1DF-45DE-BEDD-1B4F349F3D6B}" srcId="{6C6327DA-DC7D-417E-93E9-384A31DB492D}" destId="{CA7EF270-8087-4612-BAA2-4D3206005BBC}" srcOrd="1" destOrd="0" parTransId="{1170EE9D-5CEC-49D7-84B7-788D861F4C2B}" sibTransId="{47DED3B5-771D-431F-9C08-F162108FAE12}"/>
    <dgm:cxn modelId="{2B0E4F2E-5117-4F10-8470-D2FE7B230030}" srcId="{6C6327DA-DC7D-417E-93E9-384A31DB492D}" destId="{310EB3FD-887E-4D9C-BE72-CF424661812A}" srcOrd="0" destOrd="0" parTransId="{4907705E-6EF8-4D25-8E80-74EDAFA29FE4}" sibTransId="{9636574E-1F57-45FE-A580-85710A1DAF4F}"/>
    <dgm:cxn modelId="{7AEFB866-1D01-4A4C-8513-575BC6136042}" type="presOf" srcId="{A6ABAE55-63FF-4479-9F70-A1EA217866D2}" destId="{5DA98940-7DD9-0540-A514-B3D3AFA6FEEB}" srcOrd="0" destOrd="0" presId="urn:microsoft.com/office/officeart/2005/8/layout/vList5"/>
    <dgm:cxn modelId="{77F2CE8F-6D67-CD4D-998E-F7CAD4523ADB}" type="presOf" srcId="{8C49662A-5984-475C-B388-44BC1578164C}" destId="{D05EB866-2513-1945-875F-D934DD325A86}" srcOrd="0" destOrd="0" presId="urn:microsoft.com/office/officeart/2005/8/layout/vList5"/>
    <dgm:cxn modelId="{A6FA4091-F2ED-0846-BCE7-4040166286A8}" type="presOf" srcId="{6C6327DA-DC7D-417E-93E9-384A31DB492D}" destId="{52488E61-CB89-B24F-8C98-D7E94A0EF3C4}" srcOrd="0" destOrd="0" presId="urn:microsoft.com/office/officeart/2005/8/layout/vList5"/>
    <dgm:cxn modelId="{0C36ADAF-1F6F-2142-AA86-A17EB8F80577}" type="presOf" srcId="{68BB5500-4E22-4194-91BF-CEB9A03A1924}" destId="{033F3B7A-7507-834E-86B4-BB692229CF56}" srcOrd="0" destOrd="0" presId="urn:microsoft.com/office/officeart/2005/8/layout/vList5"/>
    <dgm:cxn modelId="{C9B8ADB6-20FF-4ED8-A0A6-7B7D5F257D32}" srcId="{6C6327DA-DC7D-417E-93E9-384A31DB492D}" destId="{6458A16F-05BD-461E-BB76-A016B8955DB1}" srcOrd="2" destOrd="0" parTransId="{4E56D366-8223-4F56-9D2E-8E95320FDA68}" sibTransId="{C7D4AFE9-289F-47C2-B387-98E4A5A56216}"/>
    <dgm:cxn modelId="{78CE20BF-FC76-8841-B476-878937A0993A}" type="presOf" srcId="{310EB3FD-887E-4D9C-BE72-CF424661812A}" destId="{91386DE5-85A5-B24A-B02F-A252E8445F36}" srcOrd="0" destOrd="0" presId="urn:microsoft.com/office/officeart/2005/8/layout/vList5"/>
    <dgm:cxn modelId="{3B94DDC0-62B6-4A1C-9F1C-70A5C3855463}" srcId="{6C6327DA-DC7D-417E-93E9-384A31DB492D}" destId="{8C49662A-5984-475C-B388-44BC1578164C}" srcOrd="3" destOrd="0" parTransId="{E7A515A6-01CD-4EF2-8719-48E5E1E3B7DA}" sibTransId="{1064AEBA-CFBD-4D69-A468-60C7E8086473}"/>
    <dgm:cxn modelId="{25AD07CD-3547-4F48-941B-9EF8E48165AC}" type="presOf" srcId="{CA7EF270-8087-4612-BAA2-4D3206005BBC}" destId="{6617CC4E-F7B4-FC41-A440-71CB2488C169}" srcOrd="0" destOrd="0" presId="urn:microsoft.com/office/officeart/2005/8/layout/vList5"/>
    <dgm:cxn modelId="{B048B6ED-3868-2548-894B-3D82AD0C9FA4}" type="presOf" srcId="{6458A16F-05BD-461E-BB76-A016B8955DB1}" destId="{9110DAAB-59A5-2D43-97B0-BE6BD8ACFCAC}" srcOrd="0" destOrd="0" presId="urn:microsoft.com/office/officeart/2005/8/layout/vList5"/>
    <dgm:cxn modelId="{1566A0F2-6D0B-4DF9-A964-815631439B3F}" srcId="{6C6327DA-DC7D-417E-93E9-384A31DB492D}" destId="{A6ABAE55-63FF-4479-9F70-A1EA217866D2}" srcOrd="5" destOrd="0" parTransId="{1C9DD610-7F32-4633-BB2A-1BAE5A1E38B5}" sibTransId="{2B17497E-FB3D-4764-B3F8-836672F89240}"/>
    <dgm:cxn modelId="{4C9A86FE-86FB-4771-8609-045A7D97873B}" srcId="{6C6327DA-DC7D-417E-93E9-384A31DB492D}" destId="{68BB5500-4E22-4194-91BF-CEB9A03A1924}" srcOrd="4" destOrd="0" parTransId="{19C748F4-9E02-413C-ADC7-4D2872AD47A6}" sibTransId="{F9906F94-17BC-49EE-ACEE-7B7474EDEAAA}"/>
    <dgm:cxn modelId="{54A772C6-FF4C-FA41-9ED6-44729EB3A3A0}" type="presParOf" srcId="{52488E61-CB89-B24F-8C98-D7E94A0EF3C4}" destId="{4B938ECF-B4E0-AE40-8859-C5CB078EEA6B}" srcOrd="0" destOrd="0" presId="urn:microsoft.com/office/officeart/2005/8/layout/vList5"/>
    <dgm:cxn modelId="{9375FFD4-01BF-5F45-906D-787B4202452B}" type="presParOf" srcId="{4B938ECF-B4E0-AE40-8859-C5CB078EEA6B}" destId="{91386DE5-85A5-B24A-B02F-A252E8445F36}" srcOrd="0" destOrd="0" presId="urn:microsoft.com/office/officeart/2005/8/layout/vList5"/>
    <dgm:cxn modelId="{BC494F56-16AA-BA4B-9A3D-84B4D0ACB4EA}" type="presParOf" srcId="{52488E61-CB89-B24F-8C98-D7E94A0EF3C4}" destId="{C12FC16B-9867-8E4A-9C57-D388F80D8AC4}" srcOrd="1" destOrd="0" presId="urn:microsoft.com/office/officeart/2005/8/layout/vList5"/>
    <dgm:cxn modelId="{DFDDED64-757D-7E4D-BEA7-78F6B11E4C92}" type="presParOf" srcId="{52488E61-CB89-B24F-8C98-D7E94A0EF3C4}" destId="{07144D24-FDDF-ED48-B61C-8A7ABCB49B80}" srcOrd="2" destOrd="0" presId="urn:microsoft.com/office/officeart/2005/8/layout/vList5"/>
    <dgm:cxn modelId="{0E5376E3-F1BA-904D-9344-D7BFA3710C28}" type="presParOf" srcId="{07144D24-FDDF-ED48-B61C-8A7ABCB49B80}" destId="{6617CC4E-F7B4-FC41-A440-71CB2488C169}" srcOrd="0" destOrd="0" presId="urn:microsoft.com/office/officeart/2005/8/layout/vList5"/>
    <dgm:cxn modelId="{265A53D6-C885-4F45-B66E-71B21F604FC5}" type="presParOf" srcId="{52488E61-CB89-B24F-8C98-D7E94A0EF3C4}" destId="{922C4299-3368-0543-9137-4EE7B5C40960}" srcOrd="3" destOrd="0" presId="urn:microsoft.com/office/officeart/2005/8/layout/vList5"/>
    <dgm:cxn modelId="{69FE8368-2C6F-0847-AF7B-B0D14DF5B51D}" type="presParOf" srcId="{52488E61-CB89-B24F-8C98-D7E94A0EF3C4}" destId="{0800D6B0-7D64-0947-AF9E-BAEECA87CE6C}" srcOrd="4" destOrd="0" presId="urn:microsoft.com/office/officeart/2005/8/layout/vList5"/>
    <dgm:cxn modelId="{27FA4924-B36D-4A45-ABA0-44A75BD45486}" type="presParOf" srcId="{0800D6B0-7D64-0947-AF9E-BAEECA87CE6C}" destId="{9110DAAB-59A5-2D43-97B0-BE6BD8ACFCAC}" srcOrd="0" destOrd="0" presId="urn:microsoft.com/office/officeart/2005/8/layout/vList5"/>
    <dgm:cxn modelId="{266BE763-FE4B-1B4F-A875-540A606650B1}" type="presParOf" srcId="{52488E61-CB89-B24F-8C98-D7E94A0EF3C4}" destId="{104B2EF9-A2E1-8A48-8ADC-372A1CCE23D5}" srcOrd="5" destOrd="0" presId="urn:microsoft.com/office/officeart/2005/8/layout/vList5"/>
    <dgm:cxn modelId="{5840CFED-6140-0C44-9BC1-17202BBDE86F}" type="presParOf" srcId="{52488E61-CB89-B24F-8C98-D7E94A0EF3C4}" destId="{0CF48431-DCC5-144E-B6F0-442300E40315}" srcOrd="6" destOrd="0" presId="urn:microsoft.com/office/officeart/2005/8/layout/vList5"/>
    <dgm:cxn modelId="{A9878FE1-0F68-3640-878A-9A832EDD54D7}" type="presParOf" srcId="{0CF48431-DCC5-144E-B6F0-442300E40315}" destId="{D05EB866-2513-1945-875F-D934DD325A86}" srcOrd="0" destOrd="0" presId="urn:microsoft.com/office/officeart/2005/8/layout/vList5"/>
    <dgm:cxn modelId="{9D71DCCA-9D35-824F-8C2B-27C96DAD3944}" type="presParOf" srcId="{52488E61-CB89-B24F-8C98-D7E94A0EF3C4}" destId="{DAEC56D4-3E5C-2343-A88A-0E59A302AB25}" srcOrd="7" destOrd="0" presId="urn:microsoft.com/office/officeart/2005/8/layout/vList5"/>
    <dgm:cxn modelId="{959D3798-BBFB-2544-901A-DFA41583415B}" type="presParOf" srcId="{52488E61-CB89-B24F-8C98-D7E94A0EF3C4}" destId="{BE3362C7-4A36-7745-BA0E-16359DEC43A5}" srcOrd="8" destOrd="0" presId="urn:microsoft.com/office/officeart/2005/8/layout/vList5"/>
    <dgm:cxn modelId="{1658E762-BDFF-A54D-9654-52EF8FC6CD93}" type="presParOf" srcId="{BE3362C7-4A36-7745-BA0E-16359DEC43A5}" destId="{033F3B7A-7507-834E-86B4-BB692229CF56}" srcOrd="0" destOrd="0" presId="urn:microsoft.com/office/officeart/2005/8/layout/vList5"/>
    <dgm:cxn modelId="{A506081E-762B-8840-B28A-1A2D4435BC3D}" type="presParOf" srcId="{52488E61-CB89-B24F-8C98-D7E94A0EF3C4}" destId="{98309E54-F018-9940-BE2D-E2E71285C4A2}" srcOrd="9" destOrd="0" presId="urn:microsoft.com/office/officeart/2005/8/layout/vList5"/>
    <dgm:cxn modelId="{3ADC73A8-701E-A648-A310-C029CBB89A1C}" type="presParOf" srcId="{52488E61-CB89-B24F-8C98-D7E94A0EF3C4}" destId="{43F4A586-89C1-EB48-ACBE-EB4BFAD3C4DE}" srcOrd="10" destOrd="0" presId="urn:microsoft.com/office/officeart/2005/8/layout/vList5"/>
    <dgm:cxn modelId="{9C73EE5C-4B80-0B4E-BC37-ADB540E48714}" type="presParOf" srcId="{43F4A586-89C1-EB48-ACBE-EB4BFAD3C4DE}" destId="{5DA98940-7DD9-0540-A514-B3D3AFA6FEEB}"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3BA8CBE-42B5-4416-806F-2C958A678198}" type="doc">
      <dgm:prSet loTypeId="urn:microsoft.com/office/officeart/2005/8/layout/vList5" loCatId="list" qsTypeId="urn:microsoft.com/office/officeart/2005/8/quickstyle/simple1" qsCatId="simple" csTypeId="urn:microsoft.com/office/officeart/2005/8/colors/colorful2" csCatId="colorful" phldr="1"/>
      <dgm:spPr/>
      <dgm:t>
        <a:bodyPr/>
        <a:lstStyle/>
        <a:p>
          <a:endParaRPr lang="en-US"/>
        </a:p>
      </dgm:t>
    </dgm:pt>
    <dgm:pt modelId="{F2512E9C-EBD0-4221-A110-AF37E43A3852}">
      <dgm:prSet/>
      <dgm:spPr/>
      <dgm:t>
        <a:bodyPr/>
        <a:lstStyle/>
        <a:p>
          <a:r>
            <a:rPr lang="en-US"/>
            <a:t>Accuracy: 0.9630</a:t>
          </a:r>
        </a:p>
      </dgm:t>
    </dgm:pt>
    <dgm:pt modelId="{3BCC6E8A-E6BE-4D29-9E5C-9115B8A251A0}" type="parTrans" cxnId="{A3EBCF37-D4CD-4E44-865A-1EFB0FC6343B}">
      <dgm:prSet/>
      <dgm:spPr/>
      <dgm:t>
        <a:bodyPr/>
        <a:lstStyle/>
        <a:p>
          <a:endParaRPr lang="en-US"/>
        </a:p>
      </dgm:t>
    </dgm:pt>
    <dgm:pt modelId="{51BAC52E-3919-4989-B5F4-731BF769CCAE}" type="sibTrans" cxnId="{A3EBCF37-D4CD-4E44-865A-1EFB0FC6343B}">
      <dgm:prSet/>
      <dgm:spPr/>
      <dgm:t>
        <a:bodyPr/>
        <a:lstStyle/>
        <a:p>
          <a:endParaRPr lang="en-US"/>
        </a:p>
      </dgm:t>
    </dgm:pt>
    <dgm:pt modelId="{53F3B2C4-9F31-407A-AFFE-9DCF3507E707}">
      <dgm:prSet/>
      <dgm:spPr/>
      <dgm:t>
        <a:bodyPr/>
        <a:lstStyle/>
        <a:p>
          <a:r>
            <a:rPr lang="en-US" dirty="0"/>
            <a:t>Sensitivity : 0.9886</a:t>
          </a:r>
        </a:p>
      </dgm:t>
    </dgm:pt>
    <dgm:pt modelId="{7081C740-112E-49F9-A7C0-A5EF59086E10}" type="parTrans" cxnId="{95F4FAB1-AF8F-4DD9-A03B-C5D83DB546ED}">
      <dgm:prSet/>
      <dgm:spPr/>
      <dgm:t>
        <a:bodyPr/>
        <a:lstStyle/>
        <a:p>
          <a:endParaRPr lang="en-US"/>
        </a:p>
      </dgm:t>
    </dgm:pt>
    <dgm:pt modelId="{6CBF39ED-7DFA-4903-BE3C-2CD18C7D3DEE}" type="sibTrans" cxnId="{95F4FAB1-AF8F-4DD9-A03B-C5D83DB546ED}">
      <dgm:prSet/>
      <dgm:spPr/>
      <dgm:t>
        <a:bodyPr/>
        <a:lstStyle/>
        <a:p>
          <a:endParaRPr lang="en-US"/>
        </a:p>
      </dgm:t>
    </dgm:pt>
    <dgm:pt modelId="{D4DF3F5A-A641-4F7B-9AD1-1928753FB248}">
      <dgm:prSet/>
      <dgm:spPr/>
      <dgm:t>
        <a:bodyPr/>
        <a:lstStyle/>
        <a:p>
          <a:r>
            <a:rPr lang="en-US"/>
            <a:t>Specificity: 0.9374</a:t>
          </a:r>
        </a:p>
      </dgm:t>
    </dgm:pt>
    <dgm:pt modelId="{8B2DBF8E-2F9D-4794-B9CC-5F30891CDFEC}" type="parTrans" cxnId="{742DAEA5-5F99-44C4-B3D0-A34D9CBB7093}">
      <dgm:prSet/>
      <dgm:spPr/>
      <dgm:t>
        <a:bodyPr/>
        <a:lstStyle/>
        <a:p>
          <a:endParaRPr lang="en-US"/>
        </a:p>
      </dgm:t>
    </dgm:pt>
    <dgm:pt modelId="{2BB06633-A550-426A-92CC-43707169FEF7}" type="sibTrans" cxnId="{742DAEA5-5F99-44C4-B3D0-A34D9CBB7093}">
      <dgm:prSet/>
      <dgm:spPr/>
      <dgm:t>
        <a:bodyPr/>
        <a:lstStyle/>
        <a:p>
          <a:endParaRPr lang="en-US"/>
        </a:p>
      </dgm:t>
    </dgm:pt>
    <dgm:pt modelId="{99D76D89-8325-4210-A0FB-C5214665F4EC}">
      <dgm:prSet/>
      <dgm:spPr/>
      <dgm:t>
        <a:bodyPr/>
        <a:lstStyle/>
        <a:p>
          <a:r>
            <a:rPr lang="en-US"/>
            <a:t>Precision: 0.9404</a:t>
          </a:r>
        </a:p>
      </dgm:t>
    </dgm:pt>
    <dgm:pt modelId="{355CB92A-BFEC-4DC9-ADAD-FF1A56089EBC}" type="parTrans" cxnId="{8C3A3760-352E-4F1B-A5E7-81D462775298}">
      <dgm:prSet/>
      <dgm:spPr/>
      <dgm:t>
        <a:bodyPr/>
        <a:lstStyle/>
        <a:p>
          <a:endParaRPr lang="en-US"/>
        </a:p>
      </dgm:t>
    </dgm:pt>
    <dgm:pt modelId="{BA99D8E7-8519-4322-83E3-0FF3684595D4}" type="sibTrans" cxnId="{8C3A3760-352E-4F1B-A5E7-81D462775298}">
      <dgm:prSet/>
      <dgm:spPr/>
      <dgm:t>
        <a:bodyPr/>
        <a:lstStyle/>
        <a:p>
          <a:endParaRPr lang="en-US"/>
        </a:p>
      </dgm:t>
    </dgm:pt>
    <dgm:pt modelId="{2E610251-6244-4CAD-8EFF-AD7912788548}">
      <dgm:prSet/>
      <dgm:spPr/>
      <dgm:t>
        <a:bodyPr/>
        <a:lstStyle/>
        <a:p>
          <a:r>
            <a:rPr lang="en-US"/>
            <a:t>Recall: 0.9886</a:t>
          </a:r>
        </a:p>
      </dgm:t>
    </dgm:pt>
    <dgm:pt modelId="{274387F2-0FA3-4642-A350-2ACBB9A623D7}" type="parTrans" cxnId="{9FE08560-9539-42B3-A15F-ECAAE6A7D005}">
      <dgm:prSet/>
      <dgm:spPr/>
      <dgm:t>
        <a:bodyPr/>
        <a:lstStyle/>
        <a:p>
          <a:endParaRPr lang="en-US"/>
        </a:p>
      </dgm:t>
    </dgm:pt>
    <dgm:pt modelId="{76917437-2650-43D9-80AA-04A468CC7A70}" type="sibTrans" cxnId="{9FE08560-9539-42B3-A15F-ECAAE6A7D005}">
      <dgm:prSet/>
      <dgm:spPr/>
      <dgm:t>
        <a:bodyPr/>
        <a:lstStyle/>
        <a:p>
          <a:endParaRPr lang="en-US"/>
        </a:p>
      </dgm:t>
    </dgm:pt>
    <dgm:pt modelId="{D2F6005E-4B86-4C55-8067-76D4BAB89B4C}">
      <dgm:prSet/>
      <dgm:spPr/>
      <dgm:t>
        <a:bodyPr/>
        <a:lstStyle/>
        <a:p>
          <a:r>
            <a:rPr lang="en-US" dirty="0"/>
            <a:t>F1 Score: 0.9639</a:t>
          </a:r>
        </a:p>
      </dgm:t>
    </dgm:pt>
    <dgm:pt modelId="{D2F94236-BC6E-497C-A544-5020249B3277}" type="parTrans" cxnId="{A54DE602-60D8-4EAA-90F2-043FBD5FA924}">
      <dgm:prSet/>
      <dgm:spPr/>
      <dgm:t>
        <a:bodyPr/>
        <a:lstStyle/>
        <a:p>
          <a:endParaRPr lang="en-US"/>
        </a:p>
      </dgm:t>
    </dgm:pt>
    <dgm:pt modelId="{C383CE22-7694-43C2-9AFA-FC0815C99805}" type="sibTrans" cxnId="{A54DE602-60D8-4EAA-90F2-043FBD5FA924}">
      <dgm:prSet/>
      <dgm:spPr/>
      <dgm:t>
        <a:bodyPr/>
        <a:lstStyle/>
        <a:p>
          <a:endParaRPr lang="en-US"/>
        </a:p>
      </dgm:t>
    </dgm:pt>
    <dgm:pt modelId="{8F0C6FEE-B26F-5048-898B-9288B4C9A98A}">
      <dgm:prSet/>
      <dgm:spPr/>
      <dgm:t>
        <a:bodyPr/>
        <a:lstStyle/>
        <a:p>
          <a:r>
            <a:rPr lang="en-US" dirty="0"/>
            <a:t>Mean CV score: 0.8975</a:t>
          </a:r>
        </a:p>
      </dgm:t>
    </dgm:pt>
    <dgm:pt modelId="{FF6C75FD-B16F-FA42-A27A-5B58693B7A17}" type="parTrans" cxnId="{99831DA9-6BAD-FB44-84CF-175AEB240C18}">
      <dgm:prSet/>
      <dgm:spPr/>
      <dgm:t>
        <a:bodyPr/>
        <a:lstStyle/>
        <a:p>
          <a:endParaRPr lang="en-GB"/>
        </a:p>
      </dgm:t>
    </dgm:pt>
    <dgm:pt modelId="{BBB24BDA-439B-D940-919F-2E6108307CAF}" type="sibTrans" cxnId="{99831DA9-6BAD-FB44-84CF-175AEB240C18}">
      <dgm:prSet/>
      <dgm:spPr/>
      <dgm:t>
        <a:bodyPr/>
        <a:lstStyle/>
        <a:p>
          <a:endParaRPr lang="en-GB"/>
        </a:p>
      </dgm:t>
    </dgm:pt>
    <dgm:pt modelId="{BEE3872A-27B0-5E4A-8EC7-FD9CD4D0BB02}" type="pres">
      <dgm:prSet presAssocID="{C3BA8CBE-42B5-4416-806F-2C958A678198}" presName="Name0" presStyleCnt="0">
        <dgm:presLayoutVars>
          <dgm:dir/>
          <dgm:animLvl val="lvl"/>
          <dgm:resizeHandles val="exact"/>
        </dgm:presLayoutVars>
      </dgm:prSet>
      <dgm:spPr/>
    </dgm:pt>
    <dgm:pt modelId="{B6F27842-9A6E-454D-8B23-C41186EE1BB0}" type="pres">
      <dgm:prSet presAssocID="{F2512E9C-EBD0-4221-A110-AF37E43A3852}" presName="linNode" presStyleCnt="0"/>
      <dgm:spPr/>
    </dgm:pt>
    <dgm:pt modelId="{354B95F3-6A7A-9248-BDCD-302D736C5B8F}" type="pres">
      <dgm:prSet presAssocID="{F2512E9C-EBD0-4221-A110-AF37E43A3852}" presName="parentText" presStyleLbl="node1" presStyleIdx="0" presStyleCnt="7">
        <dgm:presLayoutVars>
          <dgm:chMax val="1"/>
          <dgm:bulletEnabled val="1"/>
        </dgm:presLayoutVars>
      </dgm:prSet>
      <dgm:spPr/>
    </dgm:pt>
    <dgm:pt modelId="{2F3BCF35-31F6-E749-9530-E4FA17BE005A}" type="pres">
      <dgm:prSet presAssocID="{51BAC52E-3919-4989-B5F4-731BF769CCAE}" presName="sp" presStyleCnt="0"/>
      <dgm:spPr/>
    </dgm:pt>
    <dgm:pt modelId="{9097E17D-EEC7-BD47-B6F9-201071EB8E02}" type="pres">
      <dgm:prSet presAssocID="{8F0C6FEE-B26F-5048-898B-9288B4C9A98A}" presName="linNode" presStyleCnt="0"/>
      <dgm:spPr/>
    </dgm:pt>
    <dgm:pt modelId="{2406A8D1-C8D5-F94A-AFB4-69566093488C}" type="pres">
      <dgm:prSet presAssocID="{8F0C6FEE-B26F-5048-898B-9288B4C9A98A}" presName="parentText" presStyleLbl="node1" presStyleIdx="1" presStyleCnt="7">
        <dgm:presLayoutVars>
          <dgm:chMax val="1"/>
          <dgm:bulletEnabled val="1"/>
        </dgm:presLayoutVars>
      </dgm:prSet>
      <dgm:spPr/>
    </dgm:pt>
    <dgm:pt modelId="{2D213C6A-4DBC-2345-BB87-DC04BF6A56E1}" type="pres">
      <dgm:prSet presAssocID="{BBB24BDA-439B-D940-919F-2E6108307CAF}" presName="sp" presStyleCnt="0"/>
      <dgm:spPr/>
    </dgm:pt>
    <dgm:pt modelId="{D75B8559-AD0A-7543-A509-384707806455}" type="pres">
      <dgm:prSet presAssocID="{53F3B2C4-9F31-407A-AFFE-9DCF3507E707}" presName="linNode" presStyleCnt="0"/>
      <dgm:spPr/>
    </dgm:pt>
    <dgm:pt modelId="{9CFBE51B-3B7B-1845-9761-6A471CF5FE41}" type="pres">
      <dgm:prSet presAssocID="{53F3B2C4-9F31-407A-AFFE-9DCF3507E707}" presName="parentText" presStyleLbl="node1" presStyleIdx="2" presStyleCnt="7">
        <dgm:presLayoutVars>
          <dgm:chMax val="1"/>
          <dgm:bulletEnabled val="1"/>
        </dgm:presLayoutVars>
      </dgm:prSet>
      <dgm:spPr/>
    </dgm:pt>
    <dgm:pt modelId="{34C298E1-0256-F04C-A620-CA14C5D815DB}" type="pres">
      <dgm:prSet presAssocID="{6CBF39ED-7DFA-4903-BE3C-2CD18C7D3DEE}" presName="sp" presStyleCnt="0"/>
      <dgm:spPr/>
    </dgm:pt>
    <dgm:pt modelId="{CCB149BA-F0EA-434F-BE11-C2AC76C2E36A}" type="pres">
      <dgm:prSet presAssocID="{D4DF3F5A-A641-4F7B-9AD1-1928753FB248}" presName="linNode" presStyleCnt="0"/>
      <dgm:spPr/>
    </dgm:pt>
    <dgm:pt modelId="{CDB9B806-2518-794A-8B77-CF0E7BC54A8B}" type="pres">
      <dgm:prSet presAssocID="{D4DF3F5A-A641-4F7B-9AD1-1928753FB248}" presName="parentText" presStyleLbl="node1" presStyleIdx="3" presStyleCnt="7">
        <dgm:presLayoutVars>
          <dgm:chMax val="1"/>
          <dgm:bulletEnabled val="1"/>
        </dgm:presLayoutVars>
      </dgm:prSet>
      <dgm:spPr/>
    </dgm:pt>
    <dgm:pt modelId="{9A4D6B5D-43E8-E048-8B54-9DDE37D505BA}" type="pres">
      <dgm:prSet presAssocID="{2BB06633-A550-426A-92CC-43707169FEF7}" presName="sp" presStyleCnt="0"/>
      <dgm:spPr/>
    </dgm:pt>
    <dgm:pt modelId="{2924297A-AD82-254F-B6D8-664C08C62C52}" type="pres">
      <dgm:prSet presAssocID="{99D76D89-8325-4210-A0FB-C5214665F4EC}" presName="linNode" presStyleCnt="0"/>
      <dgm:spPr/>
    </dgm:pt>
    <dgm:pt modelId="{6F2A9B36-D072-7E47-9979-177C33D576B2}" type="pres">
      <dgm:prSet presAssocID="{99D76D89-8325-4210-A0FB-C5214665F4EC}" presName="parentText" presStyleLbl="node1" presStyleIdx="4" presStyleCnt="7">
        <dgm:presLayoutVars>
          <dgm:chMax val="1"/>
          <dgm:bulletEnabled val="1"/>
        </dgm:presLayoutVars>
      </dgm:prSet>
      <dgm:spPr/>
    </dgm:pt>
    <dgm:pt modelId="{BB23D6CF-DC57-8C4F-862A-1586B438BA95}" type="pres">
      <dgm:prSet presAssocID="{BA99D8E7-8519-4322-83E3-0FF3684595D4}" presName="sp" presStyleCnt="0"/>
      <dgm:spPr/>
    </dgm:pt>
    <dgm:pt modelId="{19F9EA35-49E4-4A41-96FC-C1A9AA9BC4D8}" type="pres">
      <dgm:prSet presAssocID="{2E610251-6244-4CAD-8EFF-AD7912788548}" presName="linNode" presStyleCnt="0"/>
      <dgm:spPr/>
    </dgm:pt>
    <dgm:pt modelId="{547CB817-183E-5541-93D9-7DBCB975EA59}" type="pres">
      <dgm:prSet presAssocID="{2E610251-6244-4CAD-8EFF-AD7912788548}" presName="parentText" presStyleLbl="node1" presStyleIdx="5" presStyleCnt="7">
        <dgm:presLayoutVars>
          <dgm:chMax val="1"/>
          <dgm:bulletEnabled val="1"/>
        </dgm:presLayoutVars>
      </dgm:prSet>
      <dgm:spPr/>
    </dgm:pt>
    <dgm:pt modelId="{27725A36-5C88-D847-A114-BB4C587FB899}" type="pres">
      <dgm:prSet presAssocID="{76917437-2650-43D9-80AA-04A468CC7A70}" presName="sp" presStyleCnt="0"/>
      <dgm:spPr/>
    </dgm:pt>
    <dgm:pt modelId="{651718A9-CCEF-2349-8F3D-BC299903AA98}" type="pres">
      <dgm:prSet presAssocID="{D2F6005E-4B86-4C55-8067-76D4BAB89B4C}" presName="linNode" presStyleCnt="0"/>
      <dgm:spPr/>
    </dgm:pt>
    <dgm:pt modelId="{9F0AF664-77EF-D34A-874F-554DA9284E10}" type="pres">
      <dgm:prSet presAssocID="{D2F6005E-4B86-4C55-8067-76D4BAB89B4C}" presName="parentText" presStyleLbl="node1" presStyleIdx="6" presStyleCnt="7">
        <dgm:presLayoutVars>
          <dgm:chMax val="1"/>
          <dgm:bulletEnabled val="1"/>
        </dgm:presLayoutVars>
      </dgm:prSet>
      <dgm:spPr/>
    </dgm:pt>
  </dgm:ptLst>
  <dgm:cxnLst>
    <dgm:cxn modelId="{A54DE602-60D8-4EAA-90F2-043FBD5FA924}" srcId="{C3BA8CBE-42B5-4416-806F-2C958A678198}" destId="{D2F6005E-4B86-4C55-8067-76D4BAB89B4C}" srcOrd="6" destOrd="0" parTransId="{D2F94236-BC6E-497C-A544-5020249B3277}" sibTransId="{C383CE22-7694-43C2-9AFA-FC0815C99805}"/>
    <dgm:cxn modelId="{5478A316-CC38-AE4C-8F17-38C3067B619A}" type="presOf" srcId="{99D76D89-8325-4210-A0FB-C5214665F4EC}" destId="{6F2A9B36-D072-7E47-9979-177C33D576B2}" srcOrd="0" destOrd="0" presId="urn:microsoft.com/office/officeart/2005/8/layout/vList5"/>
    <dgm:cxn modelId="{E086FC1F-E2D6-0F40-B008-7365020E4665}" type="presOf" srcId="{D4DF3F5A-A641-4F7B-9AD1-1928753FB248}" destId="{CDB9B806-2518-794A-8B77-CF0E7BC54A8B}" srcOrd="0" destOrd="0" presId="urn:microsoft.com/office/officeart/2005/8/layout/vList5"/>
    <dgm:cxn modelId="{A3EBCF37-D4CD-4E44-865A-1EFB0FC6343B}" srcId="{C3BA8CBE-42B5-4416-806F-2C958A678198}" destId="{F2512E9C-EBD0-4221-A110-AF37E43A3852}" srcOrd="0" destOrd="0" parTransId="{3BCC6E8A-E6BE-4D29-9E5C-9115B8A251A0}" sibTransId="{51BAC52E-3919-4989-B5F4-731BF769CCAE}"/>
    <dgm:cxn modelId="{CA089C51-852A-0A4F-BE0E-179549C52582}" type="presOf" srcId="{8F0C6FEE-B26F-5048-898B-9288B4C9A98A}" destId="{2406A8D1-C8D5-F94A-AFB4-69566093488C}" srcOrd="0" destOrd="0" presId="urn:microsoft.com/office/officeart/2005/8/layout/vList5"/>
    <dgm:cxn modelId="{8C3A3760-352E-4F1B-A5E7-81D462775298}" srcId="{C3BA8CBE-42B5-4416-806F-2C958A678198}" destId="{99D76D89-8325-4210-A0FB-C5214665F4EC}" srcOrd="4" destOrd="0" parTransId="{355CB92A-BFEC-4DC9-ADAD-FF1A56089EBC}" sibTransId="{BA99D8E7-8519-4322-83E3-0FF3684595D4}"/>
    <dgm:cxn modelId="{9FE08560-9539-42B3-A15F-ECAAE6A7D005}" srcId="{C3BA8CBE-42B5-4416-806F-2C958A678198}" destId="{2E610251-6244-4CAD-8EFF-AD7912788548}" srcOrd="5" destOrd="0" parTransId="{274387F2-0FA3-4642-A350-2ACBB9A623D7}" sibTransId="{76917437-2650-43D9-80AA-04A468CC7A70}"/>
    <dgm:cxn modelId="{BFED0E9B-114D-9E43-B23B-9C910918B6C3}" type="presOf" srcId="{2E610251-6244-4CAD-8EFF-AD7912788548}" destId="{547CB817-183E-5541-93D9-7DBCB975EA59}" srcOrd="0" destOrd="0" presId="urn:microsoft.com/office/officeart/2005/8/layout/vList5"/>
    <dgm:cxn modelId="{DD3D7FA5-5963-3D44-8A88-5098692FCA6A}" type="presOf" srcId="{53F3B2C4-9F31-407A-AFFE-9DCF3507E707}" destId="{9CFBE51B-3B7B-1845-9761-6A471CF5FE41}" srcOrd="0" destOrd="0" presId="urn:microsoft.com/office/officeart/2005/8/layout/vList5"/>
    <dgm:cxn modelId="{742DAEA5-5F99-44C4-B3D0-A34D9CBB7093}" srcId="{C3BA8CBE-42B5-4416-806F-2C958A678198}" destId="{D4DF3F5A-A641-4F7B-9AD1-1928753FB248}" srcOrd="3" destOrd="0" parTransId="{8B2DBF8E-2F9D-4794-B9CC-5F30891CDFEC}" sibTransId="{2BB06633-A550-426A-92CC-43707169FEF7}"/>
    <dgm:cxn modelId="{99831DA9-6BAD-FB44-84CF-175AEB240C18}" srcId="{C3BA8CBE-42B5-4416-806F-2C958A678198}" destId="{8F0C6FEE-B26F-5048-898B-9288B4C9A98A}" srcOrd="1" destOrd="0" parTransId="{FF6C75FD-B16F-FA42-A27A-5B58693B7A17}" sibTransId="{BBB24BDA-439B-D940-919F-2E6108307CAF}"/>
    <dgm:cxn modelId="{95F4FAB1-AF8F-4DD9-A03B-C5D83DB546ED}" srcId="{C3BA8CBE-42B5-4416-806F-2C958A678198}" destId="{53F3B2C4-9F31-407A-AFFE-9DCF3507E707}" srcOrd="2" destOrd="0" parTransId="{7081C740-112E-49F9-A7C0-A5EF59086E10}" sibTransId="{6CBF39ED-7DFA-4903-BE3C-2CD18C7D3DEE}"/>
    <dgm:cxn modelId="{CDF583C3-5B9B-E841-89B2-38260DBFD2AF}" type="presOf" srcId="{D2F6005E-4B86-4C55-8067-76D4BAB89B4C}" destId="{9F0AF664-77EF-D34A-874F-554DA9284E10}" srcOrd="0" destOrd="0" presId="urn:microsoft.com/office/officeart/2005/8/layout/vList5"/>
    <dgm:cxn modelId="{7310F0E0-5F83-8642-8DB2-E694242BBE0D}" type="presOf" srcId="{F2512E9C-EBD0-4221-A110-AF37E43A3852}" destId="{354B95F3-6A7A-9248-BDCD-302D736C5B8F}" srcOrd="0" destOrd="0" presId="urn:microsoft.com/office/officeart/2005/8/layout/vList5"/>
    <dgm:cxn modelId="{69F732F6-A4F7-9A4F-9416-75F128C5CCA0}" type="presOf" srcId="{C3BA8CBE-42B5-4416-806F-2C958A678198}" destId="{BEE3872A-27B0-5E4A-8EC7-FD9CD4D0BB02}" srcOrd="0" destOrd="0" presId="urn:microsoft.com/office/officeart/2005/8/layout/vList5"/>
    <dgm:cxn modelId="{675C18BE-68D5-074F-B579-DDF810FC40FB}" type="presParOf" srcId="{BEE3872A-27B0-5E4A-8EC7-FD9CD4D0BB02}" destId="{B6F27842-9A6E-454D-8B23-C41186EE1BB0}" srcOrd="0" destOrd="0" presId="urn:microsoft.com/office/officeart/2005/8/layout/vList5"/>
    <dgm:cxn modelId="{017D4A4A-2159-AC46-8A73-85D59C64FCCC}" type="presParOf" srcId="{B6F27842-9A6E-454D-8B23-C41186EE1BB0}" destId="{354B95F3-6A7A-9248-BDCD-302D736C5B8F}" srcOrd="0" destOrd="0" presId="urn:microsoft.com/office/officeart/2005/8/layout/vList5"/>
    <dgm:cxn modelId="{1D420B04-B50A-934D-9D3E-5A6851FF586C}" type="presParOf" srcId="{BEE3872A-27B0-5E4A-8EC7-FD9CD4D0BB02}" destId="{2F3BCF35-31F6-E749-9530-E4FA17BE005A}" srcOrd="1" destOrd="0" presId="urn:microsoft.com/office/officeart/2005/8/layout/vList5"/>
    <dgm:cxn modelId="{F68CEBBE-A432-2D44-B11A-008FF1861D45}" type="presParOf" srcId="{BEE3872A-27B0-5E4A-8EC7-FD9CD4D0BB02}" destId="{9097E17D-EEC7-BD47-B6F9-201071EB8E02}" srcOrd="2" destOrd="0" presId="urn:microsoft.com/office/officeart/2005/8/layout/vList5"/>
    <dgm:cxn modelId="{E0741F32-7556-B14E-B5A0-D3037EABE9D2}" type="presParOf" srcId="{9097E17D-EEC7-BD47-B6F9-201071EB8E02}" destId="{2406A8D1-C8D5-F94A-AFB4-69566093488C}" srcOrd="0" destOrd="0" presId="urn:microsoft.com/office/officeart/2005/8/layout/vList5"/>
    <dgm:cxn modelId="{E35A31AF-660E-F342-A75B-18DD05B5CCAF}" type="presParOf" srcId="{BEE3872A-27B0-5E4A-8EC7-FD9CD4D0BB02}" destId="{2D213C6A-4DBC-2345-BB87-DC04BF6A56E1}" srcOrd="3" destOrd="0" presId="urn:microsoft.com/office/officeart/2005/8/layout/vList5"/>
    <dgm:cxn modelId="{7F615955-25B4-7C42-ABFD-F10C529548FD}" type="presParOf" srcId="{BEE3872A-27B0-5E4A-8EC7-FD9CD4D0BB02}" destId="{D75B8559-AD0A-7543-A509-384707806455}" srcOrd="4" destOrd="0" presId="urn:microsoft.com/office/officeart/2005/8/layout/vList5"/>
    <dgm:cxn modelId="{87F3E57B-93B8-2D4F-A88C-DC650C937A9D}" type="presParOf" srcId="{D75B8559-AD0A-7543-A509-384707806455}" destId="{9CFBE51B-3B7B-1845-9761-6A471CF5FE41}" srcOrd="0" destOrd="0" presId="urn:microsoft.com/office/officeart/2005/8/layout/vList5"/>
    <dgm:cxn modelId="{4DCC4B98-FECF-D04D-A3D0-A9BEE5C61A32}" type="presParOf" srcId="{BEE3872A-27B0-5E4A-8EC7-FD9CD4D0BB02}" destId="{34C298E1-0256-F04C-A620-CA14C5D815DB}" srcOrd="5" destOrd="0" presId="urn:microsoft.com/office/officeart/2005/8/layout/vList5"/>
    <dgm:cxn modelId="{8C59AD76-1260-314D-8E36-004340BCEAD8}" type="presParOf" srcId="{BEE3872A-27B0-5E4A-8EC7-FD9CD4D0BB02}" destId="{CCB149BA-F0EA-434F-BE11-C2AC76C2E36A}" srcOrd="6" destOrd="0" presId="urn:microsoft.com/office/officeart/2005/8/layout/vList5"/>
    <dgm:cxn modelId="{304887CA-5B0C-A840-973E-D2EF940E1C2E}" type="presParOf" srcId="{CCB149BA-F0EA-434F-BE11-C2AC76C2E36A}" destId="{CDB9B806-2518-794A-8B77-CF0E7BC54A8B}" srcOrd="0" destOrd="0" presId="urn:microsoft.com/office/officeart/2005/8/layout/vList5"/>
    <dgm:cxn modelId="{0948661D-EF6B-B443-9624-A75904B9B76A}" type="presParOf" srcId="{BEE3872A-27B0-5E4A-8EC7-FD9CD4D0BB02}" destId="{9A4D6B5D-43E8-E048-8B54-9DDE37D505BA}" srcOrd="7" destOrd="0" presId="urn:microsoft.com/office/officeart/2005/8/layout/vList5"/>
    <dgm:cxn modelId="{B41E0C42-F672-4F40-A160-356B22678A02}" type="presParOf" srcId="{BEE3872A-27B0-5E4A-8EC7-FD9CD4D0BB02}" destId="{2924297A-AD82-254F-B6D8-664C08C62C52}" srcOrd="8" destOrd="0" presId="urn:microsoft.com/office/officeart/2005/8/layout/vList5"/>
    <dgm:cxn modelId="{2096F19D-CC4B-E94B-BF24-1B9C0DB17F89}" type="presParOf" srcId="{2924297A-AD82-254F-B6D8-664C08C62C52}" destId="{6F2A9B36-D072-7E47-9979-177C33D576B2}" srcOrd="0" destOrd="0" presId="urn:microsoft.com/office/officeart/2005/8/layout/vList5"/>
    <dgm:cxn modelId="{9477B847-0C4D-7640-9F45-15865D5991A7}" type="presParOf" srcId="{BEE3872A-27B0-5E4A-8EC7-FD9CD4D0BB02}" destId="{BB23D6CF-DC57-8C4F-862A-1586B438BA95}" srcOrd="9" destOrd="0" presId="urn:microsoft.com/office/officeart/2005/8/layout/vList5"/>
    <dgm:cxn modelId="{D48AE9E2-E433-704B-8BC1-69F1E544A38A}" type="presParOf" srcId="{BEE3872A-27B0-5E4A-8EC7-FD9CD4D0BB02}" destId="{19F9EA35-49E4-4A41-96FC-C1A9AA9BC4D8}" srcOrd="10" destOrd="0" presId="urn:microsoft.com/office/officeart/2005/8/layout/vList5"/>
    <dgm:cxn modelId="{2FBFD811-1602-7B45-8E58-21E99C497122}" type="presParOf" srcId="{19F9EA35-49E4-4A41-96FC-C1A9AA9BC4D8}" destId="{547CB817-183E-5541-93D9-7DBCB975EA59}" srcOrd="0" destOrd="0" presId="urn:microsoft.com/office/officeart/2005/8/layout/vList5"/>
    <dgm:cxn modelId="{2DCF1D4D-B61C-F44D-A134-C89F44CEBDCE}" type="presParOf" srcId="{BEE3872A-27B0-5E4A-8EC7-FD9CD4D0BB02}" destId="{27725A36-5C88-D847-A114-BB4C587FB899}" srcOrd="11" destOrd="0" presId="urn:microsoft.com/office/officeart/2005/8/layout/vList5"/>
    <dgm:cxn modelId="{2FBF3689-FFCE-D246-92DA-868A4EA75385}" type="presParOf" srcId="{BEE3872A-27B0-5E4A-8EC7-FD9CD4D0BB02}" destId="{651718A9-CCEF-2349-8F3D-BC299903AA98}" srcOrd="12" destOrd="0" presId="urn:microsoft.com/office/officeart/2005/8/layout/vList5"/>
    <dgm:cxn modelId="{EBED5225-5870-E447-93ED-CED6F613FD2C}" type="presParOf" srcId="{651718A9-CCEF-2349-8F3D-BC299903AA98}" destId="{9F0AF664-77EF-D34A-874F-554DA9284E10}"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D7187D8-F407-4C87-90BA-4AFB58878386}"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EE8A9A20-7EF6-487E-B6F0-04B7CA75121B}">
      <dgm:prSet/>
      <dgm:spPr/>
      <dgm:t>
        <a:bodyPr/>
        <a:lstStyle/>
        <a:p>
          <a:r>
            <a:rPr lang="en-US" dirty="0" err="1"/>
            <a:t>max_features</a:t>
          </a:r>
          <a:r>
            <a:rPr lang="en-US" dirty="0"/>
            <a:t>=sqrt</a:t>
          </a:r>
        </a:p>
      </dgm:t>
    </dgm:pt>
    <dgm:pt modelId="{E0213795-A1BD-4438-8DB5-2511925AF710}" type="parTrans" cxnId="{3BE27329-D542-41C2-AF0E-EF91AD6BFCE6}">
      <dgm:prSet/>
      <dgm:spPr/>
      <dgm:t>
        <a:bodyPr/>
        <a:lstStyle/>
        <a:p>
          <a:endParaRPr lang="en-US"/>
        </a:p>
      </dgm:t>
    </dgm:pt>
    <dgm:pt modelId="{8A9661A7-2D97-4A09-AF8B-2CE5819F635E}" type="sibTrans" cxnId="{3BE27329-D542-41C2-AF0E-EF91AD6BFCE6}">
      <dgm:prSet/>
      <dgm:spPr/>
      <dgm:t>
        <a:bodyPr/>
        <a:lstStyle/>
        <a:p>
          <a:endParaRPr lang="en-US"/>
        </a:p>
      </dgm:t>
    </dgm:pt>
    <dgm:pt modelId="{2A8A2701-4B81-4412-BBF5-2260F1ABE788}">
      <dgm:prSet/>
      <dgm:spPr/>
      <dgm:t>
        <a:bodyPr/>
        <a:lstStyle/>
        <a:p>
          <a:r>
            <a:rPr lang="en-US" dirty="0" err="1"/>
            <a:t>min_samples_leaf</a:t>
          </a:r>
          <a:r>
            <a:rPr lang="en-US" dirty="0"/>
            <a:t>=1</a:t>
          </a:r>
        </a:p>
      </dgm:t>
    </dgm:pt>
    <dgm:pt modelId="{362FC23A-8D47-4FEC-95A3-6E54A3CFC287}" type="parTrans" cxnId="{0FE71207-88A6-4795-9A2A-D9155F503E04}">
      <dgm:prSet/>
      <dgm:spPr/>
      <dgm:t>
        <a:bodyPr/>
        <a:lstStyle/>
        <a:p>
          <a:endParaRPr lang="en-US"/>
        </a:p>
      </dgm:t>
    </dgm:pt>
    <dgm:pt modelId="{BF37D0A8-3323-455E-8816-85F222FD0B9E}" type="sibTrans" cxnId="{0FE71207-88A6-4795-9A2A-D9155F503E04}">
      <dgm:prSet/>
      <dgm:spPr/>
      <dgm:t>
        <a:bodyPr/>
        <a:lstStyle/>
        <a:p>
          <a:endParaRPr lang="en-US"/>
        </a:p>
      </dgm:t>
    </dgm:pt>
    <dgm:pt modelId="{F9209309-9A06-4AB0-89E5-5806EA3640BB}">
      <dgm:prSet/>
      <dgm:spPr/>
      <dgm:t>
        <a:bodyPr/>
        <a:lstStyle/>
        <a:p>
          <a:r>
            <a:rPr lang="en-US" dirty="0" err="1"/>
            <a:t>min_samples_split</a:t>
          </a:r>
          <a:r>
            <a:rPr lang="en-US" dirty="0"/>
            <a:t>=2</a:t>
          </a:r>
        </a:p>
      </dgm:t>
    </dgm:pt>
    <dgm:pt modelId="{94F21210-7567-4515-9DB2-F2E24A1D75F8}" type="parTrans" cxnId="{64EB4343-6A75-4F06-8D92-D83E79F2CB5D}">
      <dgm:prSet/>
      <dgm:spPr/>
      <dgm:t>
        <a:bodyPr/>
        <a:lstStyle/>
        <a:p>
          <a:endParaRPr lang="en-US"/>
        </a:p>
      </dgm:t>
    </dgm:pt>
    <dgm:pt modelId="{6F55AEFA-9A16-463D-992E-85D05E5B06FE}" type="sibTrans" cxnId="{64EB4343-6A75-4F06-8D92-D83E79F2CB5D}">
      <dgm:prSet/>
      <dgm:spPr/>
      <dgm:t>
        <a:bodyPr/>
        <a:lstStyle/>
        <a:p>
          <a:endParaRPr lang="en-US"/>
        </a:p>
      </dgm:t>
    </dgm:pt>
    <dgm:pt modelId="{D9D14351-4C2B-4F9F-8403-A1AE078F29C6}">
      <dgm:prSet/>
      <dgm:spPr/>
      <dgm:t>
        <a:bodyPr/>
        <a:lstStyle/>
        <a:p>
          <a:r>
            <a:rPr lang="en-US"/>
            <a:t>random_state=42</a:t>
          </a:r>
        </a:p>
      </dgm:t>
    </dgm:pt>
    <dgm:pt modelId="{C3542614-A273-4985-B039-9B0D56EC64A1}" type="parTrans" cxnId="{B0876005-5349-4D64-9536-F65FF87EF8E3}">
      <dgm:prSet/>
      <dgm:spPr/>
      <dgm:t>
        <a:bodyPr/>
        <a:lstStyle/>
        <a:p>
          <a:endParaRPr lang="en-US"/>
        </a:p>
      </dgm:t>
    </dgm:pt>
    <dgm:pt modelId="{E5DF720B-68ED-4517-91F5-DF16F25F4678}" type="sibTrans" cxnId="{B0876005-5349-4D64-9536-F65FF87EF8E3}">
      <dgm:prSet/>
      <dgm:spPr/>
      <dgm:t>
        <a:bodyPr/>
        <a:lstStyle/>
        <a:p>
          <a:endParaRPr lang="en-US"/>
        </a:p>
      </dgm:t>
    </dgm:pt>
    <dgm:pt modelId="{042288E5-26AF-4551-99D9-3D99BAAA1C7B}">
      <dgm:prSet/>
      <dgm:spPr/>
      <dgm:t>
        <a:bodyPr/>
        <a:lstStyle/>
        <a:p>
          <a:r>
            <a:rPr lang="en-US" dirty="0" err="1"/>
            <a:t>n_estimators</a:t>
          </a:r>
          <a:r>
            <a:rPr lang="en-US" dirty="0"/>
            <a:t>=100</a:t>
          </a:r>
        </a:p>
      </dgm:t>
    </dgm:pt>
    <dgm:pt modelId="{66E121A5-1AB1-408D-AB9F-4177E5851AD0}" type="sibTrans" cxnId="{AE8E8FDF-9620-46E5-9CF2-1848A15F8340}">
      <dgm:prSet/>
      <dgm:spPr/>
      <dgm:t>
        <a:bodyPr/>
        <a:lstStyle/>
        <a:p>
          <a:endParaRPr lang="en-US"/>
        </a:p>
      </dgm:t>
    </dgm:pt>
    <dgm:pt modelId="{59ED14F9-0955-4526-864F-3D1025646281}" type="parTrans" cxnId="{AE8E8FDF-9620-46E5-9CF2-1848A15F8340}">
      <dgm:prSet/>
      <dgm:spPr/>
      <dgm:t>
        <a:bodyPr/>
        <a:lstStyle/>
        <a:p>
          <a:endParaRPr lang="en-US"/>
        </a:p>
      </dgm:t>
    </dgm:pt>
    <dgm:pt modelId="{F4AE11DF-38B2-4E37-83C7-DB58C90AD848}">
      <dgm:prSet/>
      <dgm:spPr/>
      <dgm:t>
        <a:bodyPr/>
        <a:lstStyle/>
        <a:p>
          <a:r>
            <a:rPr lang="en-US" dirty="0" err="1"/>
            <a:t>max_depth</a:t>
          </a:r>
          <a:r>
            <a:rPr lang="en-US" dirty="0"/>
            <a:t>=None</a:t>
          </a:r>
        </a:p>
      </dgm:t>
    </dgm:pt>
    <dgm:pt modelId="{DAC6E730-0636-4F60-B5FC-2D23CFAD800F}" type="sibTrans" cxnId="{F56726E6-09FC-443D-8838-55ED2B0E3C82}">
      <dgm:prSet/>
      <dgm:spPr/>
      <dgm:t>
        <a:bodyPr/>
        <a:lstStyle/>
        <a:p>
          <a:endParaRPr lang="en-US"/>
        </a:p>
      </dgm:t>
    </dgm:pt>
    <dgm:pt modelId="{0BD68F09-3C99-4380-831D-097A41527FCF}" type="parTrans" cxnId="{F56726E6-09FC-443D-8838-55ED2B0E3C82}">
      <dgm:prSet/>
      <dgm:spPr/>
      <dgm:t>
        <a:bodyPr/>
        <a:lstStyle/>
        <a:p>
          <a:endParaRPr lang="en-US"/>
        </a:p>
      </dgm:t>
    </dgm:pt>
    <dgm:pt modelId="{077134CB-282A-944E-955C-11D2CD10B2DE}" type="pres">
      <dgm:prSet presAssocID="{2D7187D8-F407-4C87-90BA-4AFB58878386}" presName="diagram" presStyleCnt="0">
        <dgm:presLayoutVars>
          <dgm:dir/>
          <dgm:resizeHandles val="exact"/>
        </dgm:presLayoutVars>
      </dgm:prSet>
      <dgm:spPr/>
    </dgm:pt>
    <dgm:pt modelId="{85792F1B-95C3-4C4C-A8FF-8B24B621CF81}" type="pres">
      <dgm:prSet presAssocID="{F4AE11DF-38B2-4E37-83C7-DB58C90AD848}" presName="node" presStyleLbl="node1" presStyleIdx="0" presStyleCnt="6">
        <dgm:presLayoutVars>
          <dgm:bulletEnabled val="1"/>
        </dgm:presLayoutVars>
      </dgm:prSet>
      <dgm:spPr/>
    </dgm:pt>
    <dgm:pt modelId="{7774D8E8-C071-CF4A-8E03-F4EA03BA572B}" type="pres">
      <dgm:prSet presAssocID="{DAC6E730-0636-4F60-B5FC-2D23CFAD800F}" presName="sibTrans" presStyleCnt="0"/>
      <dgm:spPr/>
    </dgm:pt>
    <dgm:pt modelId="{B8E6D4F9-BD66-964D-92B5-684629EBD4A8}" type="pres">
      <dgm:prSet presAssocID="{EE8A9A20-7EF6-487E-B6F0-04B7CA75121B}" presName="node" presStyleLbl="node1" presStyleIdx="1" presStyleCnt="6">
        <dgm:presLayoutVars>
          <dgm:bulletEnabled val="1"/>
        </dgm:presLayoutVars>
      </dgm:prSet>
      <dgm:spPr/>
    </dgm:pt>
    <dgm:pt modelId="{B71C4B43-E0C1-5B4D-8F37-AEA0BBA3A428}" type="pres">
      <dgm:prSet presAssocID="{8A9661A7-2D97-4A09-AF8B-2CE5819F635E}" presName="sibTrans" presStyleCnt="0"/>
      <dgm:spPr/>
    </dgm:pt>
    <dgm:pt modelId="{B566312C-64E4-5D45-B929-E35583E0FC32}" type="pres">
      <dgm:prSet presAssocID="{2A8A2701-4B81-4412-BBF5-2260F1ABE788}" presName="node" presStyleLbl="node1" presStyleIdx="2" presStyleCnt="6">
        <dgm:presLayoutVars>
          <dgm:bulletEnabled val="1"/>
        </dgm:presLayoutVars>
      </dgm:prSet>
      <dgm:spPr/>
    </dgm:pt>
    <dgm:pt modelId="{C8C78632-1448-6C4E-928D-502E502B75C1}" type="pres">
      <dgm:prSet presAssocID="{BF37D0A8-3323-455E-8816-85F222FD0B9E}" presName="sibTrans" presStyleCnt="0"/>
      <dgm:spPr/>
    </dgm:pt>
    <dgm:pt modelId="{F61E4150-0EFC-A74F-8614-63EC2BA2AF13}" type="pres">
      <dgm:prSet presAssocID="{F9209309-9A06-4AB0-89E5-5806EA3640BB}" presName="node" presStyleLbl="node1" presStyleIdx="3" presStyleCnt="6">
        <dgm:presLayoutVars>
          <dgm:bulletEnabled val="1"/>
        </dgm:presLayoutVars>
      </dgm:prSet>
      <dgm:spPr/>
    </dgm:pt>
    <dgm:pt modelId="{8047B675-1B8C-0647-95E4-123D221D5E5D}" type="pres">
      <dgm:prSet presAssocID="{6F55AEFA-9A16-463D-992E-85D05E5B06FE}" presName="sibTrans" presStyleCnt="0"/>
      <dgm:spPr/>
    </dgm:pt>
    <dgm:pt modelId="{AD74E8B3-5FEF-9941-8767-6BC2AE65F26C}" type="pres">
      <dgm:prSet presAssocID="{042288E5-26AF-4551-99D9-3D99BAAA1C7B}" presName="node" presStyleLbl="node1" presStyleIdx="4" presStyleCnt="6">
        <dgm:presLayoutVars>
          <dgm:bulletEnabled val="1"/>
        </dgm:presLayoutVars>
      </dgm:prSet>
      <dgm:spPr/>
    </dgm:pt>
    <dgm:pt modelId="{EC9EDBE6-A763-7447-9644-CDB522A91427}" type="pres">
      <dgm:prSet presAssocID="{66E121A5-1AB1-408D-AB9F-4177E5851AD0}" presName="sibTrans" presStyleCnt="0"/>
      <dgm:spPr/>
    </dgm:pt>
    <dgm:pt modelId="{C541DEB4-C9A3-654A-B1D4-CF0163DDF56F}" type="pres">
      <dgm:prSet presAssocID="{D9D14351-4C2B-4F9F-8403-A1AE078F29C6}" presName="node" presStyleLbl="node1" presStyleIdx="5" presStyleCnt="6">
        <dgm:presLayoutVars>
          <dgm:bulletEnabled val="1"/>
        </dgm:presLayoutVars>
      </dgm:prSet>
      <dgm:spPr/>
    </dgm:pt>
  </dgm:ptLst>
  <dgm:cxnLst>
    <dgm:cxn modelId="{B0876005-5349-4D64-9536-F65FF87EF8E3}" srcId="{2D7187D8-F407-4C87-90BA-4AFB58878386}" destId="{D9D14351-4C2B-4F9F-8403-A1AE078F29C6}" srcOrd="5" destOrd="0" parTransId="{C3542614-A273-4985-B039-9B0D56EC64A1}" sibTransId="{E5DF720B-68ED-4517-91F5-DF16F25F4678}"/>
    <dgm:cxn modelId="{0FE71207-88A6-4795-9A2A-D9155F503E04}" srcId="{2D7187D8-F407-4C87-90BA-4AFB58878386}" destId="{2A8A2701-4B81-4412-BBF5-2260F1ABE788}" srcOrd="2" destOrd="0" parTransId="{362FC23A-8D47-4FEC-95A3-6E54A3CFC287}" sibTransId="{BF37D0A8-3323-455E-8816-85F222FD0B9E}"/>
    <dgm:cxn modelId="{3BE27329-D542-41C2-AF0E-EF91AD6BFCE6}" srcId="{2D7187D8-F407-4C87-90BA-4AFB58878386}" destId="{EE8A9A20-7EF6-487E-B6F0-04B7CA75121B}" srcOrd="1" destOrd="0" parTransId="{E0213795-A1BD-4438-8DB5-2511925AF710}" sibTransId="{8A9661A7-2D97-4A09-AF8B-2CE5819F635E}"/>
    <dgm:cxn modelId="{64EB4343-6A75-4F06-8D92-D83E79F2CB5D}" srcId="{2D7187D8-F407-4C87-90BA-4AFB58878386}" destId="{F9209309-9A06-4AB0-89E5-5806EA3640BB}" srcOrd="3" destOrd="0" parTransId="{94F21210-7567-4515-9DB2-F2E24A1D75F8}" sibTransId="{6F55AEFA-9A16-463D-992E-85D05E5B06FE}"/>
    <dgm:cxn modelId="{23839F55-7D7B-414C-87B9-9F13FBEBED47}" type="presOf" srcId="{042288E5-26AF-4551-99D9-3D99BAAA1C7B}" destId="{AD74E8B3-5FEF-9941-8767-6BC2AE65F26C}" srcOrd="0" destOrd="0" presId="urn:microsoft.com/office/officeart/2005/8/layout/default"/>
    <dgm:cxn modelId="{FB52C15D-95C8-9A41-8979-31696A24DA20}" type="presOf" srcId="{F9209309-9A06-4AB0-89E5-5806EA3640BB}" destId="{F61E4150-0EFC-A74F-8614-63EC2BA2AF13}" srcOrd="0" destOrd="0" presId="urn:microsoft.com/office/officeart/2005/8/layout/default"/>
    <dgm:cxn modelId="{8C68AD91-383C-B84C-8D08-50F02577D3EA}" type="presOf" srcId="{2A8A2701-4B81-4412-BBF5-2260F1ABE788}" destId="{B566312C-64E4-5D45-B929-E35583E0FC32}" srcOrd="0" destOrd="0" presId="urn:microsoft.com/office/officeart/2005/8/layout/default"/>
    <dgm:cxn modelId="{E1B339A7-C093-E340-BFB6-EFED39FC3921}" type="presOf" srcId="{EE8A9A20-7EF6-487E-B6F0-04B7CA75121B}" destId="{B8E6D4F9-BD66-964D-92B5-684629EBD4A8}" srcOrd="0" destOrd="0" presId="urn:microsoft.com/office/officeart/2005/8/layout/default"/>
    <dgm:cxn modelId="{AE8679AE-2A65-F04D-ACAC-BE58724CE2F3}" type="presOf" srcId="{D9D14351-4C2B-4F9F-8403-A1AE078F29C6}" destId="{C541DEB4-C9A3-654A-B1D4-CF0163DDF56F}" srcOrd="0" destOrd="0" presId="urn:microsoft.com/office/officeart/2005/8/layout/default"/>
    <dgm:cxn modelId="{523963C2-E48E-7145-A23D-AD8D11053D66}" type="presOf" srcId="{2D7187D8-F407-4C87-90BA-4AFB58878386}" destId="{077134CB-282A-944E-955C-11D2CD10B2DE}" srcOrd="0" destOrd="0" presId="urn:microsoft.com/office/officeart/2005/8/layout/default"/>
    <dgm:cxn modelId="{AE8E8FDF-9620-46E5-9CF2-1848A15F8340}" srcId="{2D7187D8-F407-4C87-90BA-4AFB58878386}" destId="{042288E5-26AF-4551-99D9-3D99BAAA1C7B}" srcOrd="4" destOrd="0" parTransId="{59ED14F9-0955-4526-864F-3D1025646281}" sibTransId="{66E121A5-1AB1-408D-AB9F-4177E5851AD0}"/>
    <dgm:cxn modelId="{44F74CE3-708B-3E4C-8A4B-752C842D720E}" type="presOf" srcId="{F4AE11DF-38B2-4E37-83C7-DB58C90AD848}" destId="{85792F1B-95C3-4C4C-A8FF-8B24B621CF81}" srcOrd="0" destOrd="0" presId="urn:microsoft.com/office/officeart/2005/8/layout/default"/>
    <dgm:cxn modelId="{F56726E6-09FC-443D-8838-55ED2B0E3C82}" srcId="{2D7187D8-F407-4C87-90BA-4AFB58878386}" destId="{F4AE11DF-38B2-4E37-83C7-DB58C90AD848}" srcOrd="0" destOrd="0" parTransId="{0BD68F09-3C99-4380-831D-097A41527FCF}" sibTransId="{DAC6E730-0636-4F60-B5FC-2D23CFAD800F}"/>
    <dgm:cxn modelId="{F1E6BA40-242E-2F4D-8A64-216E15407803}" type="presParOf" srcId="{077134CB-282A-944E-955C-11D2CD10B2DE}" destId="{85792F1B-95C3-4C4C-A8FF-8B24B621CF81}" srcOrd="0" destOrd="0" presId="urn:microsoft.com/office/officeart/2005/8/layout/default"/>
    <dgm:cxn modelId="{AB655EFE-10C5-9248-9BD5-7CB9A340B037}" type="presParOf" srcId="{077134CB-282A-944E-955C-11D2CD10B2DE}" destId="{7774D8E8-C071-CF4A-8E03-F4EA03BA572B}" srcOrd="1" destOrd="0" presId="urn:microsoft.com/office/officeart/2005/8/layout/default"/>
    <dgm:cxn modelId="{750EF0E9-AC76-694B-B134-93BDE950792C}" type="presParOf" srcId="{077134CB-282A-944E-955C-11D2CD10B2DE}" destId="{B8E6D4F9-BD66-964D-92B5-684629EBD4A8}" srcOrd="2" destOrd="0" presId="urn:microsoft.com/office/officeart/2005/8/layout/default"/>
    <dgm:cxn modelId="{505EFBDE-1424-B741-97D1-B93118AAAB74}" type="presParOf" srcId="{077134CB-282A-944E-955C-11D2CD10B2DE}" destId="{B71C4B43-E0C1-5B4D-8F37-AEA0BBA3A428}" srcOrd="3" destOrd="0" presId="urn:microsoft.com/office/officeart/2005/8/layout/default"/>
    <dgm:cxn modelId="{CC5AAD6B-293C-AF49-881F-B7011D203926}" type="presParOf" srcId="{077134CB-282A-944E-955C-11D2CD10B2DE}" destId="{B566312C-64E4-5D45-B929-E35583E0FC32}" srcOrd="4" destOrd="0" presId="urn:microsoft.com/office/officeart/2005/8/layout/default"/>
    <dgm:cxn modelId="{FBE61199-0CEC-A342-82EA-74145EFE2C3D}" type="presParOf" srcId="{077134CB-282A-944E-955C-11D2CD10B2DE}" destId="{C8C78632-1448-6C4E-928D-502E502B75C1}" srcOrd="5" destOrd="0" presId="urn:microsoft.com/office/officeart/2005/8/layout/default"/>
    <dgm:cxn modelId="{5CC71755-B842-5743-83B9-9BC7F05D2889}" type="presParOf" srcId="{077134CB-282A-944E-955C-11D2CD10B2DE}" destId="{F61E4150-0EFC-A74F-8614-63EC2BA2AF13}" srcOrd="6" destOrd="0" presId="urn:microsoft.com/office/officeart/2005/8/layout/default"/>
    <dgm:cxn modelId="{A0219E49-7453-F84C-9F6E-E5CD0B32B115}" type="presParOf" srcId="{077134CB-282A-944E-955C-11D2CD10B2DE}" destId="{8047B675-1B8C-0647-95E4-123D221D5E5D}" srcOrd="7" destOrd="0" presId="urn:microsoft.com/office/officeart/2005/8/layout/default"/>
    <dgm:cxn modelId="{F7DB11E7-1F3B-9546-845E-0541D4582BED}" type="presParOf" srcId="{077134CB-282A-944E-955C-11D2CD10B2DE}" destId="{AD74E8B3-5FEF-9941-8767-6BC2AE65F26C}" srcOrd="8" destOrd="0" presId="urn:microsoft.com/office/officeart/2005/8/layout/default"/>
    <dgm:cxn modelId="{E7D314E4-117D-0645-B9C1-F4C6FF43B27C}" type="presParOf" srcId="{077134CB-282A-944E-955C-11D2CD10B2DE}" destId="{EC9EDBE6-A763-7447-9644-CDB522A91427}" srcOrd="9" destOrd="0" presId="urn:microsoft.com/office/officeart/2005/8/layout/default"/>
    <dgm:cxn modelId="{E4AA10EC-EE41-7942-BEBC-7EA1236060E0}" type="presParOf" srcId="{077134CB-282A-944E-955C-11D2CD10B2DE}" destId="{C541DEB4-C9A3-654A-B1D4-CF0163DDF56F}"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4E1AB1A-E921-42E8-9115-15F7D9E5CAC6}" type="doc">
      <dgm:prSet loTypeId="urn:microsoft.com/office/officeart/2005/8/layout/vList5" loCatId="list" qsTypeId="urn:microsoft.com/office/officeart/2005/8/quickstyle/simple1" qsCatId="simple" csTypeId="urn:microsoft.com/office/officeart/2005/8/colors/colorful2" csCatId="colorful"/>
      <dgm:spPr/>
      <dgm:t>
        <a:bodyPr/>
        <a:lstStyle/>
        <a:p>
          <a:endParaRPr lang="en-US"/>
        </a:p>
      </dgm:t>
    </dgm:pt>
    <dgm:pt modelId="{E64C90FF-27EB-46B0-830C-7A0B812D4663}">
      <dgm:prSet/>
      <dgm:spPr/>
      <dgm:t>
        <a:bodyPr/>
        <a:lstStyle/>
        <a:p>
          <a:r>
            <a:rPr lang="en-US"/>
            <a:t>Accuracy: 0.9630</a:t>
          </a:r>
        </a:p>
      </dgm:t>
    </dgm:pt>
    <dgm:pt modelId="{719C596A-C412-43D5-B526-88678EA78F06}" type="parTrans" cxnId="{961390E1-CD17-4561-9B0E-9E8B6557B6E5}">
      <dgm:prSet/>
      <dgm:spPr/>
      <dgm:t>
        <a:bodyPr/>
        <a:lstStyle/>
        <a:p>
          <a:endParaRPr lang="en-US"/>
        </a:p>
      </dgm:t>
    </dgm:pt>
    <dgm:pt modelId="{B05CE82C-452D-41DC-A958-58833391BB34}" type="sibTrans" cxnId="{961390E1-CD17-4561-9B0E-9E8B6557B6E5}">
      <dgm:prSet/>
      <dgm:spPr/>
      <dgm:t>
        <a:bodyPr/>
        <a:lstStyle/>
        <a:p>
          <a:endParaRPr lang="en-US"/>
        </a:p>
      </dgm:t>
    </dgm:pt>
    <dgm:pt modelId="{DBAC94B1-B047-4936-A211-C9872C784514}">
      <dgm:prSet/>
      <dgm:spPr/>
      <dgm:t>
        <a:bodyPr/>
        <a:lstStyle/>
        <a:p>
          <a:r>
            <a:rPr lang="en-US"/>
            <a:t>Sensitivity: 0.9886</a:t>
          </a:r>
        </a:p>
      </dgm:t>
    </dgm:pt>
    <dgm:pt modelId="{D33C984E-6FF4-4C92-85CE-717693A7E942}" type="parTrans" cxnId="{CC4A869E-D01C-4F6F-BA3F-0DB4E6C43E2E}">
      <dgm:prSet/>
      <dgm:spPr/>
      <dgm:t>
        <a:bodyPr/>
        <a:lstStyle/>
        <a:p>
          <a:endParaRPr lang="en-US"/>
        </a:p>
      </dgm:t>
    </dgm:pt>
    <dgm:pt modelId="{8F376CC9-905E-4C0A-8156-9A379569AAA2}" type="sibTrans" cxnId="{CC4A869E-D01C-4F6F-BA3F-0DB4E6C43E2E}">
      <dgm:prSet/>
      <dgm:spPr/>
      <dgm:t>
        <a:bodyPr/>
        <a:lstStyle/>
        <a:p>
          <a:endParaRPr lang="en-US"/>
        </a:p>
      </dgm:t>
    </dgm:pt>
    <dgm:pt modelId="{752C9FD5-3772-4E6D-BF79-DC8600DFA9B5}">
      <dgm:prSet/>
      <dgm:spPr/>
      <dgm:t>
        <a:bodyPr/>
        <a:lstStyle/>
        <a:p>
          <a:r>
            <a:rPr lang="en-US"/>
            <a:t>Specificity: 0.9374</a:t>
          </a:r>
        </a:p>
      </dgm:t>
    </dgm:pt>
    <dgm:pt modelId="{4570A75A-8B3F-4D1A-A9DB-FE06B20935A0}" type="parTrans" cxnId="{A03B60F5-2D8E-45F6-B9C2-3EB2F8E868F4}">
      <dgm:prSet/>
      <dgm:spPr/>
      <dgm:t>
        <a:bodyPr/>
        <a:lstStyle/>
        <a:p>
          <a:endParaRPr lang="en-US"/>
        </a:p>
      </dgm:t>
    </dgm:pt>
    <dgm:pt modelId="{AAE69FF6-E007-48A0-887E-86A06034F491}" type="sibTrans" cxnId="{A03B60F5-2D8E-45F6-B9C2-3EB2F8E868F4}">
      <dgm:prSet/>
      <dgm:spPr/>
      <dgm:t>
        <a:bodyPr/>
        <a:lstStyle/>
        <a:p>
          <a:endParaRPr lang="en-US"/>
        </a:p>
      </dgm:t>
    </dgm:pt>
    <dgm:pt modelId="{F87A40A2-559B-4152-A168-063B7A17A594}">
      <dgm:prSet/>
      <dgm:spPr/>
      <dgm:t>
        <a:bodyPr/>
        <a:lstStyle/>
        <a:p>
          <a:r>
            <a:rPr lang="en-US"/>
            <a:t>Precision: 0.9404</a:t>
          </a:r>
        </a:p>
      </dgm:t>
    </dgm:pt>
    <dgm:pt modelId="{1A37FAC8-2821-483A-9A11-D62D0D374BD7}" type="parTrans" cxnId="{C1A4E713-6D58-4842-8592-BCEC7836853B}">
      <dgm:prSet/>
      <dgm:spPr/>
      <dgm:t>
        <a:bodyPr/>
        <a:lstStyle/>
        <a:p>
          <a:endParaRPr lang="en-US"/>
        </a:p>
      </dgm:t>
    </dgm:pt>
    <dgm:pt modelId="{0EE21624-47F7-4D0B-A6AB-E3A180BB7359}" type="sibTrans" cxnId="{C1A4E713-6D58-4842-8592-BCEC7836853B}">
      <dgm:prSet/>
      <dgm:spPr/>
      <dgm:t>
        <a:bodyPr/>
        <a:lstStyle/>
        <a:p>
          <a:endParaRPr lang="en-US"/>
        </a:p>
      </dgm:t>
    </dgm:pt>
    <dgm:pt modelId="{57AD20F9-988C-4361-A099-AD4DFD33EE57}">
      <dgm:prSet/>
      <dgm:spPr/>
      <dgm:t>
        <a:bodyPr/>
        <a:lstStyle/>
        <a:p>
          <a:r>
            <a:rPr lang="en-US"/>
            <a:t>Recall: 0.9886</a:t>
          </a:r>
        </a:p>
      </dgm:t>
    </dgm:pt>
    <dgm:pt modelId="{6E6EA93D-EE9E-49C5-8546-D6B915771D45}" type="parTrans" cxnId="{0EA7535E-FAB9-426E-8D24-0E2BAAA8427E}">
      <dgm:prSet/>
      <dgm:spPr/>
      <dgm:t>
        <a:bodyPr/>
        <a:lstStyle/>
        <a:p>
          <a:endParaRPr lang="en-US"/>
        </a:p>
      </dgm:t>
    </dgm:pt>
    <dgm:pt modelId="{81F4DBB3-0111-429E-BE9A-08D70135AC88}" type="sibTrans" cxnId="{0EA7535E-FAB9-426E-8D24-0E2BAAA8427E}">
      <dgm:prSet/>
      <dgm:spPr/>
      <dgm:t>
        <a:bodyPr/>
        <a:lstStyle/>
        <a:p>
          <a:endParaRPr lang="en-US"/>
        </a:p>
      </dgm:t>
    </dgm:pt>
    <dgm:pt modelId="{4DADE993-7165-4071-AE3A-E3B39326E2C1}">
      <dgm:prSet/>
      <dgm:spPr/>
      <dgm:t>
        <a:bodyPr/>
        <a:lstStyle/>
        <a:p>
          <a:r>
            <a:rPr lang="en-US"/>
            <a:t>F1 Score: 0.9639</a:t>
          </a:r>
        </a:p>
      </dgm:t>
    </dgm:pt>
    <dgm:pt modelId="{57B3067C-87FD-4183-838E-89473AD71794}" type="parTrans" cxnId="{E57CE607-0F3C-4441-A5F7-28F4BD215A6C}">
      <dgm:prSet/>
      <dgm:spPr/>
      <dgm:t>
        <a:bodyPr/>
        <a:lstStyle/>
        <a:p>
          <a:endParaRPr lang="en-US"/>
        </a:p>
      </dgm:t>
    </dgm:pt>
    <dgm:pt modelId="{E0423F29-B3E8-44FF-99DE-D452CA259907}" type="sibTrans" cxnId="{E57CE607-0F3C-4441-A5F7-28F4BD215A6C}">
      <dgm:prSet/>
      <dgm:spPr/>
      <dgm:t>
        <a:bodyPr/>
        <a:lstStyle/>
        <a:p>
          <a:endParaRPr lang="en-US"/>
        </a:p>
      </dgm:t>
    </dgm:pt>
    <dgm:pt modelId="{7675F390-1E1F-FA4D-BC6F-8383D24AD14E}" type="pres">
      <dgm:prSet presAssocID="{94E1AB1A-E921-42E8-9115-15F7D9E5CAC6}" presName="Name0" presStyleCnt="0">
        <dgm:presLayoutVars>
          <dgm:dir/>
          <dgm:animLvl val="lvl"/>
          <dgm:resizeHandles val="exact"/>
        </dgm:presLayoutVars>
      </dgm:prSet>
      <dgm:spPr/>
    </dgm:pt>
    <dgm:pt modelId="{846DDCE9-7F62-CF4A-9CE6-4B02B95097BE}" type="pres">
      <dgm:prSet presAssocID="{E64C90FF-27EB-46B0-830C-7A0B812D4663}" presName="linNode" presStyleCnt="0"/>
      <dgm:spPr/>
    </dgm:pt>
    <dgm:pt modelId="{AB801095-BA01-F74B-80A3-BA5199A9ACBA}" type="pres">
      <dgm:prSet presAssocID="{E64C90FF-27EB-46B0-830C-7A0B812D4663}" presName="parentText" presStyleLbl="node1" presStyleIdx="0" presStyleCnt="6">
        <dgm:presLayoutVars>
          <dgm:chMax val="1"/>
          <dgm:bulletEnabled val="1"/>
        </dgm:presLayoutVars>
      </dgm:prSet>
      <dgm:spPr/>
    </dgm:pt>
    <dgm:pt modelId="{8E9832B3-FB61-0846-B0B3-5B7977342CCA}" type="pres">
      <dgm:prSet presAssocID="{B05CE82C-452D-41DC-A958-58833391BB34}" presName="sp" presStyleCnt="0"/>
      <dgm:spPr/>
    </dgm:pt>
    <dgm:pt modelId="{D64B97B3-1FA5-274A-B8BC-58653D8BB4E8}" type="pres">
      <dgm:prSet presAssocID="{DBAC94B1-B047-4936-A211-C9872C784514}" presName="linNode" presStyleCnt="0"/>
      <dgm:spPr/>
    </dgm:pt>
    <dgm:pt modelId="{ADC16034-123E-4246-AB93-7464FF53D95E}" type="pres">
      <dgm:prSet presAssocID="{DBAC94B1-B047-4936-A211-C9872C784514}" presName="parentText" presStyleLbl="node1" presStyleIdx="1" presStyleCnt="6">
        <dgm:presLayoutVars>
          <dgm:chMax val="1"/>
          <dgm:bulletEnabled val="1"/>
        </dgm:presLayoutVars>
      </dgm:prSet>
      <dgm:spPr/>
    </dgm:pt>
    <dgm:pt modelId="{32CDED8F-32FD-4F44-B528-31B05C06864E}" type="pres">
      <dgm:prSet presAssocID="{8F376CC9-905E-4C0A-8156-9A379569AAA2}" presName="sp" presStyleCnt="0"/>
      <dgm:spPr/>
    </dgm:pt>
    <dgm:pt modelId="{05597184-E258-DF44-A34B-459FAA19D29A}" type="pres">
      <dgm:prSet presAssocID="{752C9FD5-3772-4E6D-BF79-DC8600DFA9B5}" presName="linNode" presStyleCnt="0"/>
      <dgm:spPr/>
    </dgm:pt>
    <dgm:pt modelId="{A2A575D3-BAA3-AA41-817B-DFC399CE431E}" type="pres">
      <dgm:prSet presAssocID="{752C9FD5-3772-4E6D-BF79-DC8600DFA9B5}" presName="parentText" presStyleLbl="node1" presStyleIdx="2" presStyleCnt="6">
        <dgm:presLayoutVars>
          <dgm:chMax val="1"/>
          <dgm:bulletEnabled val="1"/>
        </dgm:presLayoutVars>
      </dgm:prSet>
      <dgm:spPr/>
    </dgm:pt>
    <dgm:pt modelId="{A46E8897-608A-9A4C-88AF-9F81E1D655F2}" type="pres">
      <dgm:prSet presAssocID="{AAE69FF6-E007-48A0-887E-86A06034F491}" presName="sp" presStyleCnt="0"/>
      <dgm:spPr/>
    </dgm:pt>
    <dgm:pt modelId="{734AE476-1311-3B4F-B08C-C332F9E1316D}" type="pres">
      <dgm:prSet presAssocID="{F87A40A2-559B-4152-A168-063B7A17A594}" presName="linNode" presStyleCnt="0"/>
      <dgm:spPr/>
    </dgm:pt>
    <dgm:pt modelId="{BFCBFAB6-6522-9244-8EFD-68A72452AE80}" type="pres">
      <dgm:prSet presAssocID="{F87A40A2-559B-4152-A168-063B7A17A594}" presName="parentText" presStyleLbl="node1" presStyleIdx="3" presStyleCnt="6">
        <dgm:presLayoutVars>
          <dgm:chMax val="1"/>
          <dgm:bulletEnabled val="1"/>
        </dgm:presLayoutVars>
      </dgm:prSet>
      <dgm:spPr/>
    </dgm:pt>
    <dgm:pt modelId="{8B7665AD-423D-CB4D-B9C6-A0357A39D92A}" type="pres">
      <dgm:prSet presAssocID="{0EE21624-47F7-4D0B-A6AB-E3A180BB7359}" presName="sp" presStyleCnt="0"/>
      <dgm:spPr/>
    </dgm:pt>
    <dgm:pt modelId="{B2DC268B-7B01-174F-8D14-C744A774E7C1}" type="pres">
      <dgm:prSet presAssocID="{57AD20F9-988C-4361-A099-AD4DFD33EE57}" presName="linNode" presStyleCnt="0"/>
      <dgm:spPr/>
    </dgm:pt>
    <dgm:pt modelId="{FDB84222-82DD-7A4C-A792-33522CA48602}" type="pres">
      <dgm:prSet presAssocID="{57AD20F9-988C-4361-A099-AD4DFD33EE57}" presName="parentText" presStyleLbl="node1" presStyleIdx="4" presStyleCnt="6">
        <dgm:presLayoutVars>
          <dgm:chMax val="1"/>
          <dgm:bulletEnabled val="1"/>
        </dgm:presLayoutVars>
      </dgm:prSet>
      <dgm:spPr/>
    </dgm:pt>
    <dgm:pt modelId="{874ED060-25B6-3448-99B3-058C470A99AE}" type="pres">
      <dgm:prSet presAssocID="{81F4DBB3-0111-429E-BE9A-08D70135AC88}" presName="sp" presStyleCnt="0"/>
      <dgm:spPr/>
    </dgm:pt>
    <dgm:pt modelId="{BBBFB694-01E9-144A-AAFE-877AB935C0D9}" type="pres">
      <dgm:prSet presAssocID="{4DADE993-7165-4071-AE3A-E3B39326E2C1}" presName="linNode" presStyleCnt="0"/>
      <dgm:spPr/>
    </dgm:pt>
    <dgm:pt modelId="{C687E0BB-4FAD-EB46-B3BC-48905CBBD973}" type="pres">
      <dgm:prSet presAssocID="{4DADE993-7165-4071-AE3A-E3B39326E2C1}" presName="parentText" presStyleLbl="node1" presStyleIdx="5" presStyleCnt="6">
        <dgm:presLayoutVars>
          <dgm:chMax val="1"/>
          <dgm:bulletEnabled val="1"/>
        </dgm:presLayoutVars>
      </dgm:prSet>
      <dgm:spPr/>
    </dgm:pt>
  </dgm:ptLst>
  <dgm:cxnLst>
    <dgm:cxn modelId="{E57CE607-0F3C-4441-A5F7-28F4BD215A6C}" srcId="{94E1AB1A-E921-42E8-9115-15F7D9E5CAC6}" destId="{4DADE993-7165-4071-AE3A-E3B39326E2C1}" srcOrd="5" destOrd="0" parTransId="{57B3067C-87FD-4183-838E-89473AD71794}" sibTransId="{E0423F29-B3E8-44FF-99DE-D452CA259907}"/>
    <dgm:cxn modelId="{C1A4E713-6D58-4842-8592-BCEC7836853B}" srcId="{94E1AB1A-E921-42E8-9115-15F7D9E5CAC6}" destId="{F87A40A2-559B-4152-A168-063B7A17A594}" srcOrd="3" destOrd="0" parTransId="{1A37FAC8-2821-483A-9A11-D62D0D374BD7}" sibTransId="{0EE21624-47F7-4D0B-A6AB-E3A180BB7359}"/>
    <dgm:cxn modelId="{E9779C16-D04F-BF44-89BE-FF3EA6481B8E}" type="presOf" srcId="{DBAC94B1-B047-4936-A211-C9872C784514}" destId="{ADC16034-123E-4246-AB93-7464FF53D95E}" srcOrd="0" destOrd="0" presId="urn:microsoft.com/office/officeart/2005/8/layout/vList5"/>
    <dgm:cxn modelId="{D9E9961F-B7F2-314C-A902-5CDC6B7D2C30}" type="presOf" srcId="{57AD20F9-988C-4361-A099-AD4DFD33EE57}" destId="{FDB84222-82DD-7A4C-A792-33522CA48602}" srcOrd="0" destOrd="0" presId="urn:microsoft.com/office/officeart/2005/8/layout/vList5"/>
    <dgm:cxn modelId="{0EA7535E-FAB9-426E-8D24-0E2BAAA8427E}" srcId="{94E1AB1A-E921-42E8-9115-15F7D9E5CAC6}" destId="{57AD20F9-988C-4361-A099-AD4DFD33EE57}" srcOrd="4" destOrd="0" parTransId="{6E6EA93D-EE9E-49C5-8546-D6B915771D45}" sibTransId="{81F4DBB3-0111-429E-BE9A-08D70135AC88}"/>
    <dgm:cxn modelId="{9D81A09D-7109-F242-B22B-884EFF9DB2F9}" type="presOf" srcId="{F87A40A2-559B-4152-A168-063B7A17A594}" destId="{BFCBFAB6-6522-9244-8EFD-68A72452AE80}" srcOrd="0" destOrd="0" presId="urn:microsoft.com/office/officeart/2005/8/layout/vList5"/>
    <dgm:cxn modelId="{CC4A869E-D01C-4F6F-BA3F-0DB4E6C43E2E}" srcId="{94E1AB1A-E921-42E8-9115-15F7D9E5CAC6}" destId="{DBAC94B1-B047-4936-A211-C9872C784514}" srcOrd="1" destOrd="0" parTransId="{D33C984E-6FF4-4C92-85CE-717693A7E942}" sibTransId="{8F376CC9-905E-4C0A-8156-9A379569AAA2}"/>
    <dgm:cxn modelId="{132602D8-CAAD-8648-8E10-F5E92310FCE0}" type="presOf" srcId="{4DADE993-7165-4071-AE3A-E3B39326E2C1}" destId="{C687E0BB-4FAD-EB46-B3BC-48905CBBD973}" srcOrd="0" destOrd="0" presId="urn:microsoft.com/office/officeart/2005/8/layout/vList5"/>
    <dgm:cxn modelId="{961390E1-CD17-4561-9B0E-9E8B6557B6E5}" srcId="{94E1AB1A-E921-42E8-9115-15F7D9E5CAC6}" destId="{E64C90FF-27EB-46B0-830C-7A0B812D4663}" srcOrd="0" destOrd="0" parTransId="{719C596A-C412-43D5-B526-88678EA78F06}" sibTransId="{B05CE82C-452D-41DC-A958-58833391BB34}"/>
    <dgm:cxn modelId="{76BE22ED-5553-C240-AE5A-8BD2BF24F54B}" type="presOf" srcId="{94E1AB1A-E921-42E8-9115-15F7D9E5CAC6}" destId="{7675F390-1E1F-FA4D-BC6F-8383D24AD14E}" srcOrd="0" destOrd="0" presId="urn:microsoft.com/office/officeart/2005/8/layout/vList5"/>
    <dgm:cxn modelId="{A03B60F5-2D8E-45F6-B9C2-3EB2F8E868F4}" srcId="{94E1AB1A-E921-42E8-9115-15F7D9E5CAC6}" destId="{752C9FD5-3772-4E6D-BF79-DC8600DFA9B5}" srcOrd="2" destOrd="0" parTransId="{4570A75A-8B3F-4D1A-A9DB-FE06B20935A0}" sibTransId="{AAE69FF6-E007-48A0-887E-86A06034F491}"/>
    <dgm:cxn modelId="{77C979F6-59D1-4C4E-9810-3DD96BB9F26B}" type="presOf" srcId="{752C9FD5-3772-4E6D-BF79-DC8600DFA9B5}" destId="{A2A575D3-BAA3-AA41-817B-DFC399CE431E}" srcOrd="0" destOrd="0" presId="urn:microsoft.com/office/officeart/2005/8/layout/vList5"/>
    <dgm:cxn modelId="{495635FF-A396-6F4C-BC7F-70E90BED7DF0}" type="presOf" srcId="{E64C90FF-27EB-46B0-830C-7A0B812D4663}" destId="{AB801095-BA01-F74B-80A3-BA5199A9ACBA}" srcOrd="0" destOrd="0" presId="urn:microsoft.com/office/officeart/2005/8/layout/vList5"/>
    <dgm:cxn modelId="{FC9A0E06-2F65-0944-B3DC-8EFFA7EBD7D1}" type="presParOf" srcId="{7675F390-1E1F-FA4D-BC6F-8383D24AD14E}" destId="{846DDCE9-7F62-CF4A-9CE6-4B02B95097BE}" srcOrd="0" destOrd="0" presId="urn:microsoft.com/office/officeart/2005/8/layout/vList5"/>
    <dgm:cxn modelId="{D0A1041C-6855-784F-862B-4DF38EA64083}" type="presParOf" srcId="{846DDCE9-7F62-CF4A-9CE6-4B02B95097BE}" destId="{AB801095-BA01-F74B-80A3-BA5199A9ACBA}" srcOrd="0" destOrd="0" presId="urn:microsoft.com/office/officeart/2005/8/layout/vList5"/>
    <dgm:cxn modelId="{D788C233-CF83-E449-AD89-6C9F4F928B12}" type="presParOf" srcId="{7675F390-1E1F-FA4D-BC6F-8383D24AD14E}" destId="{8E9832B3-FB61-0846-B0B3-5B7977342CCA}" srcOrd="1" destOrd="0" presId="urn:microsoft.com/office/officeart/2005/8/layout/vList5"/>
    <dgm:cxn modelId="{50299146-DE6C-1045-A5AF-BEE0404B7A74}" type="presParOf" srcId="{7675F390-1E1F-FA4D-BC6F-8383D24AD14E}" destId="{D64B97B3-1FA5-274A-B8BC-58653D8BB4E8}" srcOrd="2" destOrd="0" presId="urn:microsoft.com/office/officeart/2005/8/layout/vList5"/>
    <dgm:cxn modelId="{D486FCBE-F59C-6047-A48D-D75D469296DB}" type="presParOf" srcId="{D64B97B3-1FA5-274A-B8BC-58653D8BB4E8}" destId="{ADC16034-123E-4246-AB93-7464FF53D95E}" srcOrd="0" destOrd="0" presId="urn:microsoft.com/office/officeart/2005/8/layout/vList5"/>
    <dgm:cxn modelId="{EBF4B9B3-8DD3-8348-A02C-C21AE62F6642}" type="presParOf" srcId="{7675F390-1E1F-FA4D-BC6F-8383D24AD14E}" destId="{32CDED8F-32FD-4F44-B528-31B05C06864E}" srcOrd="3" destOrd="0" presId="urn:microsoft.com/office/officeart/2005/8/layout/vList5"/>
    <dgm:cxn modelId="{49A594A0-92C3-3245-A7F4-0F0CB5EEAE35}" type="presParOf" srcId="{7675F390-1E1F-FA4D-BC6F-8383D24AD14E}" destId="{05597184-E258-DF44-A34B-459FAA19D29A}" srcOrd="4" destOrd="0" presId="urn:microsoft.com/office/officeart/2005/8/layout/vList5"/>
    <dgm:cxn modelId="{1A745048-7FC4-8B45-8FDE-0B2864AD0BAD}" type="presParOf" srcId="{05597184-E258-DF44-A34B-459FAA19D29A}" destId="{A2A575D3-BAA3-AA41-817B-DFC399CE431E}" srcOrd="0" destOrd="0" presId="urn:microsoft.com/office/officeart/2005/8/layout/vList5"/>
    <dgm:cxn modelId="{09BBA10B-18EA-1C49-9D98-C1723469864C}" type="presParOf" srcId="{7675F390-1E1F-FA4D-BC6F-8383D24AD14E}" destId="{A46E8897-608A-9A4C-88AF-9F81E1D655F2}" srcOrd="5" destOrd="0" presId="urn:microsoft.com/office/officeart/2005/8/layout/vList5"/>
    <dgm:cxn modelId="{DF0BE392-B81F-5B40-924D-B787D30932DE}" type="presParOf" srcId="{7675F390-1E1F-FA4D-BC6F-8383D24AD14E}" destId="{734AE476-1311-3B4F-B08C-C332F9E1316D}" srcOrd="6" destOrd="0" presId="urn:microsoft.com/office/officeart/2005/8/layout/vList5"/>
    <dgm:cxn modelId="{A16B4EF9-3A8F-E743-BED1-13FBC00D14FE}" type="presParOf" srcId="{734AE476-1311-3B4F-B08C-C332F9E1316D}" destId="{BFCBFAB6-6522-9244-8EFD-68A72452AE80}" srcOrd="0" destOrd="0" presId="urn:microsoft.com/office/officeart/2005/8/layout/vList5"/>
    <dgm:cxn modelId="{AF5F5329-61CC-6A47-8BFC-975CDDF6E974}" type="presParOf" srcId="{7675F390-1E1F-FA4D-BC6F-8383D24AD14E}" destId="{8B7665AD-423D-CB4D-B9C6-A0357A39D92A}" srcOrd="7" destOrd="0" presId="urn:microsoft.com/office/officeart/2005/8/layout/vList5"/>
    <dgm:cxn modelId="{474B2F02-7C8C-324B-B3CA-02E521352785}" type="presParOf" srcId="{7675F390-1E1F-FA4D-BC6F-8383D24AD14E}" destId="{B2DC268B-7B01-174F-8D14-C744A774E7C1}" srcOrd="8" destOrd="0" presId="urn:microsoft.com/office/officeart/2005/8/layout/vList5"/>
    <dgm:cxn modelId="{CBE9BE4F-559A-FA45-A694-633071E48D70}" type="presParOf" srcId="{B2DC268B-7B01-174F-8D14-C744A774E7C1}" destId="{FDB84222-82DD-7A4C-A792-33522CA48602}" srcOrd="0" destOrd="0" presId="urn:microsoft.com/office/officeart/2005/8/layout/vList5"/>
    <dgm:cxn modelId="{27CF9D70-7648-2C4B-BB18-CE75DFC75962}" type="presParOf" srcId="{7675F390-1E1F-FA4D-BC6F-8383D24AD14E}" destId="{874ED060-25B6-3448-99B3-058C470A99AE}" srcOrd="9" destOrd="0" presId="urn:microsoft.com/office/officeart/2005/8/layout/vList5"/>
    <dgm:cxn modelId="{3E253BDD-7620-A249-924F-FEF151989D35}" type="presParOf" srcId="{7675F390-1E1F-FA4D-BC6F-8383D24AD14E}" destId="{BBBFB694-01E9-144A-AAFE-877AB935C0D9}" srcOrd="10" destOrd="0" presId="urn:microsoft.com/office/officeart/2005/8/layout/vList5"/>
    <dgm:cxn modelId="{E1236717-B56E-C64B-AF6A-EC405596FA57}" type="presParOf" srcId="{BBBFB694-01E9-144A-AAFE-877AB935C0D9}" destId="{C687E0BB-4FAD-EB46-B3BC-48905CBBD973}"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D3A382D-FCE6-4632-810B-01B0FFF961FF}" type="doc">
      <dgm:prSet loTypeId="urn:microsoft.com/office/officeart/2005/8/layout/vList5" loCatId="list" qsTypeId="urn:microsoft.com/office/officeart/2005/8/quickstyle/simple1" qsCatId="simple" csTypeId="urn:microsoft.com/office/officeart/2005/8/colors/colorful5" csCatId="colorful"/>
      <dgm:spPr/>
      <dgm:t>
        <a:bodyPr/>
        <a:lstStyle/>
        <a:p>
          <a:endParaRPr lang="en-US"/>
        </a:p>
      </dgm:t>
    </dgm:pt>
    <dgm:pt modelId="{A0D09B65-1AE7-4715-A916-33760AA44539}">
      <dgm:prSet/>
      <dgm:spPr/>
      <dgm:t>
        <a:bodyPr/>
        <a:lstStyle/>
        <a:p>
          <a:r>
            <a:rPr lang="en-US"/>
            <a:t>Accuracy: 0.8300</a:t>
          </a:r>
        </a:p>
      </dgm:t>
    </dgm:pt>
    <dgm:pt modelId="{BEB8D9FA-18FB-4371-9D42-5778A5A8C5F1}" type="parTrans" cxnId="{BCD89081-27AA-400E-AD99-802AB5095BF6}">
      <dgm:prSet/>
      <dgm:spPr/>
      <dgm:t>
        <a:bodyPr/>
        <a:lstStyle/>
        <a:p>
          <a:endParaRPr lang="en-US"/>
        </a:p>
      </dgm:t>
    </dgm:pt>
    <dgm:pt modelId="{0838D313-CF4B-4F64-BC1F-11E62A45DF5A}" type="sibTrans" cxnId="{BCD89081-27AA-400E-AD99-802AB5095BF6}">
      <dgm:prSet/>
      <dgm:spPr/>
      <dgm:t>
        <a:bodyPr/>
        <a:lstStyle/>
        <a:p>
          <a:endParaRPr lang="en-US"/>
        </a:p>
      </dgm:t>
    </dgm:pt>
    <dgm:pt modelId="{6E160FE9-C55B-4924-9EAF-32E9D87E77FC}">
      <dgm:prSet/>
      <dgm:spPr/>
      <dgm:t>
        <a:bodyPr/>
        <a:lstStyle/>
        <a:p>
          <a:r>
            <a:rPr lang="en-US"/>
            <a:t>Sensitivity: 0.7027</a:t>
          </a:r>
        </a:p>
      </dgm:t>
    </dgm:pt>
    <dgm:pt modelId="{F65ABFDE-AB0A-4B81-B735-F6437A9554E8}" type="parTrans" cxnId="{8DB7B755-9D3F-4C30-AC26-CF568CCB9B44}">
      <dgm:prSet/>
      <dgm:spPr/>
      <dgm:t>
        <a:bodyPr/>
        <a:lstStyle/>
        <a:p>
          <a:endParaRPr lang="en-US"/>
        </a:p>
      </dgm:t>
    </dgm:pt>
    <dgm:pt modelId="{77C19154-3287-445D-9FDB-86FAC3B1C0A3}" type="sibTrans" cxnId="{8DB7B755-9D3F-4C30-AC26-CF568CCB9B44}">
      <dgm:prSet/>
      <dgm:spPr/>
      <dgm:t>
        <a:bodyPr/>
        <a:lstStyle/>
        <a:p>
          <a:endParaRPr lang="en-US"/>
        </a:p>
      </dgm:t>
    </dgm:pt>
    <dgm:pt modelId="{5B234745-6F40-4C23-8E59-E1E494DB0607}">
      <dgm:prSet/>
      <dgm:spPr/>
      <dgm:t>
        <a:bodyPr/>
        <a:lstStyle/>
        <a:p>
          <a:r>
            <a:rPr lang="en-US"/>
            <a:t>Specificity: 0.8717</a:t>
          </a:r>
        </a:p>
      </dgm:t>
    </dgm:pt>
    <dgm:pt modelId="{E7F3748E-5F96-4C9D-95BC-3388805AF9E8}" type="parTrans" cxnId="{80ABB22B-F482-4A42-8F83-75D0B06ABAAE}">
      <dgm:prSet/>
      <dgm:spPr/>
      <dgm:t>
        <a:bodyPr/>
        <a:lstStyle/>
        <a:p>
          <a:endParaRPr lang="en-US"/>
        </a:p>
      </dgm:t>
    </dgm:pt>
    <dgm:pt modelId="{7B8AB367-D53D-419D-BC3D-5DB392F22E7C}" type="sibTrans" cxnId="{80ABB22B-F482-4A42-8F83-75D0B06ABAAE}">
      <dgm:prSet/>
      <dgm:spPr/>
      <dgm:t>
        <a:bodyPr/>
        <a:lstStyle/>
        <a:p>
          <a:endParaRPr lang="en-US"/>
        </a:p>
      </dgm:t>
    </dgm:pt>
    <dgm:pt modelId="{AAE3C8C1-0C6F-4670-9B2B-7E281A5CD3FF}">
      <dgm:prSet/>
      <dgm:spPr/>
      <dgm:t>
        <a:bodyPr/>
        <a:lstStyle/>
        <a:p>
          <a:r>
            <a:rPr lang="en-US"/>
            <a:t>Precision: 0.6420</a:t>
          </a:r>
        </a:p>
      </dgm:t>
    </dgm:pt>
    <dgm:pt modelId="{D1EE60A9-9E30-43A2-BF97-6EA7A5EBFC55}" type="parTrans" cxnId="{3164A135-17AE-4256-96F8-A5C899A4BF1E}">
      <dgm:prSet/>
      <dgm:spPr/>
      <dgm:t>
        <a:bodyPr/>
        <a:lstStyle/>
        <a:p>
          <a:endParaRPr lang="en-US"/>
        </a:p>
      </dgm:t>
    </dgm:pt>
    <dgm:pt modelId="{EB449909-AC69-44DA-871C-D2C88A115A73}" type="sibTrans" cxnId="{3164A135-17AE-4256-96F8-A5C899A4BF1E}">
      <dgm:prSet/>
      <dgm:spPr/>
      <dgm:t>
        <a:bodyPr/>
        <a:lstStyle/>
        <a:p>
          <a:endParaRPr lang="en-US"/>
        </a:p>
      </dgm:t>
    </dgm:pt>
    <dgm:pt modelId="{3BF0F183-42B5-450A-B488-5E6BF04A1A59}">
      <dgm:prSet/>
      <dgm:spPr/>
      <dgm:t>
        <a:bodyPr/>
        <a:lstStyle/>
        <a:p>
          <a:r>
            <a:rPr lang="en-US"/>
            <a:t>Recall: 0.7027</a:t>
          </a:r>
        </a:p>
      </dgm:t>
    </dgm:pt>
    <dgm:pt modelId="{BEA8E351-BFEE-43F3-B2CF-A9CF7BFB12FD}" type="parTrans" cxnId="{61610A3C-E43A-4EDB-8E1B-21FE5DC05215}">
      <dgm:prSet/>
      <dgm:spPr/>
      <dgm:t>
        <a:bodyPr/>
        <a:lstStyle/>
        <a:p>
          <a:endParaRPr lang="en-US"/>
        </a:p>
      </dgm:t>
    </dgm:pt>
    <dgm:pt modelId="{6375D637-FDFE-49C1-B07F-69A1CE966D95}" type="sibTrans" cxnId="{61610A3C-E43A-4EDB-8E1B-21FE5DC05215}">
      <dgm:prSet/>
      <dgm:spPr/>
      <dgm:t>
        <a:bodyPr/>
        <a:lstStyle/>
        <a:p>
          <a:endParaRPr lang="en-US"/>
        </a:p>
      </dgm:t>
    </dgm:pt>
    <dgm:pt modelId="{8CBF6CF2-43E0-4365-BA7A-63858AEE96ED}">
      <dgm:prSet/>
      <dgm:spPr/>
      <dgm:t>
        <a:bodyPr/>
        <a:lstStyle/>
        <a:p>
          <a:r>
            <a:rPr lang="en-US"/>
            <a:t>F1 Score: 0.6710</a:t>
          </a:r>
        </a:p>
      </dgm:t>
    </dgm:pt>
    <dgm:pt modelId="{22CBD465-8FD3-407C-9DA9-F49F8CA22FAA}" type="parTrans" cxnId="{F3197344-44B3-4221-90E1-42F27DAD6A70}">
      <dgm:prSet/>
      <dgm:spPr/>
      <dgm:t>
        <a:bodyPr/>
        <a:lstStyle/>
        <a:p>
          <a:endParaRPr lang="en-US"/>
        </a:p>
      </dgm:t>
    </dgm:pt>
    <dgm:pt modelId="{1DDBE5DE-8660-434A-B781-5B3AD78E74BC}" type="sibTrans" cxnId="{F3197344-44B3-4221-90E1-42F27DAD6A70}">
      <dgm:prSet/>
      <dgm:spPr/>
      <dgm:t>
        <a:bodyPr/>
        <a:lstStyle/>
        <a:p>
          <a:endParaRPr lang="en-US"/>
        </a:p>
      </dgm:t>
    </dgm:pt>
    <dgm:pt modelId="{CD1218AF-CBCF-1941-B135-FA16C209F5FA}" type="pres">
      <dgm:prSet presAssocID="{9D3A382D-FCE6-4632-810B-01B0FFF961FF}" presName="Name0" presStyleCnt="0">
        <dgm:presLayoutVars>
          <dgm:dir/>
          <dgm:animLvl val="lvl"/>
          <dgm:resizeHandles val="exact"/>
        </dgm:presLayoutVars>
      </dgm:prSet>
      <dgm:spPr/>
    </dgm:pt>
    <dgm:pt modelId="{579260C8-27E0-9949-8D12-CBF73DF4CFF5}" type="pres">
      <dgm:prSet presAssocID="{A0D09B65-1AE7-4715-A916-33760AA44539}" presName="linNode" presStyleCnt="0"/>
      <dgm:spPr/>
    </dgm:pt>
    <dgm:pt modelId="{ABD9B635-F2EF-D347-8B62-984DF0E8B514}" type="pres">
      <dgm:prSet presAssocID="{A0D09B65-1AE7-4715-A916-33760AA44539}" presName="parentText" presStyleLbl="node1" presStyleIdx="0" presStyleCnt="6">
        <dgm:presLayoutVars>
          <dgm:chMax val="1"/>
          <dgm:bulletEnabled val="1"/>
        </dgm:presLayoutVars>
      </dgm:prSet>
      <dgm:spPr/>
    </dgm:pt>
    <dgm:pt modelId="{5980CEF6-1012-EB47-B83D-57D81F3C61C6}" type="pres">
      <dgm:prSet presAssocID="{0838D313-CF4B-4F64-BC1F-11E62A45DF5A}" presName="sp" presStyleCnt="0"/>
      <dgm:spPr/>
    </dgm:pt>
    <dgm:pt modelId="{A18CF63A-3C44-294B-AB2C-2862B11DFB41}" type="pres">
      <dgm:prSet presAssocID="{6E160FE9-C55B-4924-9EAF-32E9D87E77FC}" presName="linNode" presStyleCnt="0"/>
      <dgm:spPr/>
    </dgm:pt>
    <dgm:pt modelId="{C2D29763-35F8-3345-9F48-95A98A4965CA}" type="pres">
      <dgm:prSet presAssocID="{6E160FE9-C55B-4924-9EAF-32E9D87E77FC}" presName="parentText" presStyleLbl="node1" presStyleIdx="1" presStyleCnt="6">
        <dgm:presLayoutVars>
          <dgm:chMax val="1"/>
          <dgm:bulletEnabled val="1"/>
        </dgm:presLayoutVars>
      </dgm:prSet>
      <dgm:spPr/>
    </dgm:pt>
    <dgm:pt modelId="{CAE6F8F0-8E4E-4942-80C7-2CBF02E6A608}" type="pres">
      <dgm:prSet presAssocID="{77C19154-3287-445D-9FDB-86FAC3B1C0A3}" presName="sp" presStyleCnt="0"/>
      <dgm:spPr/>
    </dgm:pt>
    <dgm:pt modelId="{2952BA02-7938-7046-8C14-BB0319CA666D}" type="pres">
      <dgm:prSet presAssocID="{5B234745-6F40-4C23-8E59-E1E494DB0607}" presName="linNode" presStyleCnt="0"/>
      <dgm:spPr/>
    </dgm:pt>
    <dgm:pt modelId="{E617AB06-6722-3149-B147-58E0E5C9B103}" type="pres">
      <dgm:prSet presAssocID="{5B234745-6F40-4C23-8E59-E1E494DB0607}" presName="parentText" presStyleLbl="node1" presStyleIdx="2" presStyleCnt="6">
        <dgm:presLayoutVars>
          <dgm:chMax val="1"/>
          <dgm:bulletEnabled val="1"/>
        </dgm:presLayoutVars>
      </dgm:prSet>
      <dgm:spPr/>
    </dgm:pt>
    <dgm:pt modelId="{51156B3E-671F-3B41-AE38-80D3930517F4}" type="pres">
      <dgm:prSet presAssocID="{7B8AB367-D53D-419D-BC3D-5DB392F22E7C}" presName="sp" presStyleCnt="0"/>
      <dgm:spPr/>
    </dgm:pt>
    <dgm:pt modelId="{4DC8B840-91EA-9F49-A7F7-7B2F30FA4634}" type="pres">
      <dgm:prSet presAssocID="{AAE3C8C1-0C6F-4670-9B2B-7E281A5CD3FF}" presName="linNode" presStyleCnt="0"/>
      <dgm:spPr/>
    </dgm:pt>
    <dgm:pt modelId="{E503A295-D360-3849-8EF7-AF0EE16351B3}" type="pres">
      <dgm:prSet presAssocID="{AAE3C8C1-0C6F-4670-9B2B-7E281A5CD3FF}" presName="parentText" presStyleLbl="node1" presStyleIdx="3" presStyleCnt="6">
        <dgm:presLayoutVars>
          <dgm:chMax val="1"/>
          <dgm:bulletEnabled val="1"/>
        </dgm:presLayoutVars>
      </dgm:prSet>
      <dgm:spPr/>
    </dgm:pt>
    <dgm:pt modelId="{53C6F639-220C-8E43-A63F-C3EAB839B9BF}" type="pres">
      <dgm:prSet presAssocID="{EB449909-AC69-44DA-871C-D2C88A115A73}" presName="sp" presStyleCnt="0"/>
      <dgm:spPr/>
    </dgm:pt>
    <dgm:pt modelId="{7080B23E-738D-0A47-A608-D34E3549399D}" type="pres">
      <dgm:prSet presAssocID="{3BF0F183-42B5-450A-B488-5E6BF04A1A59}" presName="linNode" presStyleCnt="0"/>
      <dgm:spPr/>
    </dgm:pt>
    <dgm:pt modelId="{392E389B-6083-B74D-A6CE-7DA1B47BB1B2}" type="pres">
      <dgm:prSet presAssocID="{3BF0F183-42B5-450A-B488-5E6BF04A1A59}" presName="parentText" presStyleLbl="node1" presStyleIdx="4" presStyleCnt="6">
        <dgm:presLayoutVars>
          <dgm:chMax val="1"/>
          <dgm:bulletEnabled val="1"/>
        </dgm:presLayoutVars>
      </dgm:prSet>
      <dgm:spPr/>
    </dgm:pt>
    <dgm:pt modelId="{22DF480A-A46F-644E-A72C-553799A08DE4}" type="pres">
      <dgm:prSet presAssocID="{6375D637-FDFE-49C1-B07F-69A1CE966D95}" presName="sp" presStyleCnt="0"/>
      <dgm:spPr/>
    </dgm:pt>
    <dgm:pt modelId="{7892D85F-764C-4445-BB64-D3587BC45820}" type="pres">
      <dgm:prSet presAssocID="{8CBF6CF2-43E0-4365-BA7A-63858AEE96ED}" presName="linNode" presStyleCnt="0"/>
      <dgm:spPr/>
    </dgm:pt>
    <dgm:pt modelId="{D8FC6585-0911-4E42-A94A-BEC2B7364F84}" type="pres">
      <dgm:prSet presAssocID="{8CBF6CF2-43E0-4365-BA7A-63858AEE96ED}" presName="parentText" presStyleLbl="node1" presStyleIdx="5" presStyleCnt="6">
        <dgm:presLayoutVars>
          <dgm:chMax val="1"/>
          <dgm:bulletEnabled val="1"/>
        </dgm:presLayoutVars>
      </dgm:prSet>
      <dgm:spPr/>
    </dgm:pt>
  </dgm:ptLst>
  <dgm:cxnLst>
    <dgm:cxn modelId="{80ABB22B-F482-4A42-8F83-75D0B06ABAAE}" srcId="{9D3A382D-FCE6-4632-810B-01B0FFF961FF}" destId="{5B234745-6F40-4C23-8E59-E1E494DB0607}" srcOrd="2" destOrd="0" parTransId="{E7F3748E-5F96-4C9D-95BC-3388805AF9E8}" sibTransId="{7B8AB367-D53D-419D-BC3D-5DB392F22E7C}"/>
    <dgm:cxn modelId="{F823302D-CD19-4D4C-A6F1-DCA9CD0B2900}" type="presOf" srcId="{AAE3C8C1-0C6F-4670-9B2B-7E281A5CD3FF}" destId="{E503A295-D360-3849-8EF7-AF0EE16351B3}" srcOrd="0" destOrd="0" presId="urn:microsoft.com/office/officeart/2005/8/layout/vList5"/>
    <dgm:cxn modelId="{3164A135-17AE-4256-96F8-A5C899A4BF1E}" srcId="{9D3A382D-FCE6-4632-810B-01B0FFF961FF}" destId="{AAE3C8C1-0C6F-4670-9B2B-7E281A5CD3FF}" srcOrd="3" destOrd="0" parTransId="{D1EE60A9-9E30-43A2-BF97-6EA7A5EBFC55}" sibTransId="{EB449909-AC69-44DA-871C-D2C88A115A73}"/>
    <dgm:cxn modelId="{61610A3C-E43A-4EDB-8E1B-21FE5DC05215}" srcId="{9D3A382D-FCE6-4632-810B-01B0FFF961FF}" destId="{3BF0F183-42B5-450A-B488-5E6BF04A1A59}" srcOrd="4" destOrd="0" parTransId="{BEA8E351-BFEE-43F3-B2CF-A9CF7BFB12FD}" sibTransId="{6375D637-FDFE-49C1-B07F-69A1CE966D95}"/>
    <dgm:cxn modelId="{F3197344-44B3-4221-90E1-42F27DAD6A70}" srcId="{9D3A382D-FCE6-4632-810B-01B0FFF961FF}" destId="{8CBF6CF2-43E0-4365-BA7A-63858AEE96ED}" srcOrd="5" destOrd="0" parTransId="{22CBD465-8FD3-407C-9DA9-F49F8CA22FAA}" sibTransId="{1DDBE5DE-8660-434A-B781-5B3AD78E74BC}"/>
    <dgm:cxn modelId="{77565945-D9D0-BB4A-B7DD-8ED190C46E2C}" type="presOf" srcId="{9D3A382D-FCE6-4632-810B-01B0FFF961FF}" destId="{CD1218AF-CBCF-1941-B135-FA16C209F5FA}" srcOrd="0" destOrd="0" presId="urn:microsoft.com/office/officeart/2005/8/layout/vList5"/>
    <dgm:cxn modelId="{8DB7B755-9D3F-4C30-AC26-CF568CCB9B44}" srcId="{9D3A382D-FCE6-4632-810B-01B0FFF961FF}" destId="{6E160FE9-C55B-4924-9EAF-32E9D87E77FC}" srcOrd="1" destOrd="0" parTransId="{F65ABFDE-AB0A-4B81-B735-F6437A9554E8}" sibTransId="{77C19154-3287-445D-9FDB-86FAC3B1C0A3}"/>
    <dgm:cxn modelId="{D7893E74-5838-C741-ACFA-F874111F85A8}" type="presOf" srcId="{6E160FE9-C55B-4924-9EAF-32E9D87E77FC}" destId="{C2D29763-35F8-3345-9F48-95A98A4965CA}" srcOrd="0" destOrd="0" presId="urn:microsoft.com/office/officeart/2005/8/layout/vList5"/>
    <dgm:cxn modelId="{BCD89081-27AA-400E-AD99-802AB5095BF6}" srcId="{9D3A382D-FCE6-4632-810B-01B0FFF961FF}" destId="{A0D09B65-1AE7-4715-A916-33760AA44539}" srcOrd="0" destOrd="0" parTransId="{BEB8D9FA-18FB-4371-9D42-5778A5A8C5F1}" sibTransId="{0838D313-CF4B-4F64-BC1F-11E62A45DF5A}"/>
    <dgm:cxn modelId="{3B933588-CF29-3544-9FDE-CC5362C92BBC}" type="presOf" srcId="{3BF0F183-42B5-450A-B488-5E6BF04A1A59}" destId="{392E389B-6083-B74D-A6CE-7DA1B47BB1B2}" srcOrd="0" destOrd="0" presId="urn:microsoft.com/office/officeart/2005/8/layout/vList5"/>
    <dgm:cxn modelId="{83C5BEA5-2E6B-9248-8C9E-88E2344B9DEC}" type="presOf" srcId="{8CBF6CF2-43E0-4365-BA7A-63858AEE96ED}" destId="{D8FC6585-0911-4E42-A94A-BEC2B7364F84}" srcOrd="0" destOrd="0" presId="urn:microsoft.com/office/officeart/2005/8/layout/vList5"/>
    <dgm:cxn modelId="{6ABA1FB4-44D5-B847-B72D-7433477CA89D}" type="presOf" srcId="{A0D09B65-1AE7-4715-A916-33760AA44539}" destId="{ABD9B635-F2EF-D347-8B62-984DF0E8B514}" srcOrd="0" destOrd="0" presId="urn:microsoft.com/office/officeart/2005/8/layout/vList5"/>
    <dgm:cxn modelId="{8A8FCCCC-B5E1-A341-8BC8-9FB1F4DA842E}" type="presOf" srcId="{5B234745-6F40-4C23-8E59-E1E494DB0607}" destId="{E617AB06-6722-3149-B147-58E0E5C9B103}" srcOrd="0" destOrd="0" presId="urn:microsoft.com/office/officeart/2005/8/layout/vList5"/>
    <dgm:cxn modelId="{6B295E04-82EB-1E45-91AD-DC0B40338F73}" type="presParOf" srcId="{CD1218AF-CBCF-1941-B135-FA16C209F5FA}" destId="{579260C8-27E0-9949-8D12-CBF73DF4CFF5}" srcOrd="0" destOrd="0" presId="urn:microsoft.com/office/officeart/2005/8/layout/vList5"/>
    <dgm:cxn modelId="{1AAE54EA-7740-C64B-B89F-2D3A14A0F3FD}" type="presParOf" srcId="{579260C8-27E0-9949-8D12-CBF73DF4CFF5}" destId="{ABD9B635-F2EF-D347-8B62-984DF0E8B514}" srcOrd="0" destOrd="0" presId="urn:microsoft.com/office/officeart/2005/8/layout/vList5"/>
    <dgm:cxn modelId="{C7661B82-2827-B74F-9951-EEB70AC5A9AF}" type="presParOf" srcId="{CD1218AF-CBCF-1941-B135-FA16C209F5FA}" destId="{5980CEF6-1012-EB47-B83D-57D81F3C61C6}" srcOrd="1" destOrd="0" presId="urn:microsoft.com/office/officeart/2005/8/layout/vList5"/>
    <dgm:cxn modelId="{7E1742E8-0FF3-754F-8AB4-ADD9BE2388D7}" type="presParOf" srcId="{CD1218AF-CBCF-1941-B135-FA16C209F5FA}" destId="{A18CF63A-3C44-294B-AB2C-2862B11DFB41}" srcOrd="2" destOrd="0" presId="urn:microsoft.com/office/officeart/2005/8/layout/vList5"/>
    <dgm:cxn modelId="{3681EB6A-96C2-B84A-880A-5694C3EFC47E}" type="presParOf" srcId="{A18CF63A-3C44-294B-AB2C-2862B11DFB41}" destId="{C2D29763-35F8-3345-9F48-95A98A4965CA}" srcOrd="0" destOrd="0" presId="urn:microsoft.com/office/officeart/2005/8/layout/vList5"/>
    <dgm:cxn modelId="{DAF0FFEC-C37D-3E44-99AF-D1BCB9998AA1}" type="presParOf" srcId="{CD1218AF-CBCF-1941-B135-FA16C209F5FA}" destId="{CAE6F8F0-8E4E-4942-80C7-2CBF02E6A608}" srcOrd="3" destOrd="0" presId="urn:microsoft.com/office/officeart/2005/8/layout/vList5"/>
    <dgm:cxn modelId="{0A634768-3BAD-F44A-8C31-9C8A434CB9AF}" type="presParOf" srcId="{CD1218AF-CBCF-1941-B135-FA16C209F5FA}" destId="{2952BA02-7938-7046-8C14-BB0319CA666D}" srcOrd="4" destOrd="0" presId="urn:microsoft.com/office/officeart/2005/8/layout/vList5"/>
    <dgm:cxn modelId="{1F1A7DB2-1D44-8B45-A765-3DDDC1B41527}" type="presParOf" srcId="{2952BA02-7938-7046-8C14-BB0319CA666D}" destId="{E617AB06-6722-3149-B147-58E0E5C9B103}" srcOrd="0" destOrd="0" presId="urn:microsoft.com/office/officeart/2005/8/layout/vList5"/>
    <dgm:cxn modelId="{BFC19864-BEE7-984E-8AFB-80F17F8451C6}" type="presParOf" srcId="{CD1218AF-CBCF-1941-B135-FA16C209F5FA}" destId="{51156B3E-671F-3B41-AE38-80D3930517F4}" srcOrd="5" destOrd="0" presId="urn:microsoft.com/office/officeart/2005/8/layout/vList5"/>
    <dgm:cxn modelId="{F0745C59-374F-A940-8B66-DE8FA76305FA}" type="presParOf" srcId="{CD1218AF-CBCF-1941-B135-FA16C209F5FA}" destId="{4DC8B840-91EA-9F49-A7F7-7B2F30FA4634}" srcOrd="6" destOrd="0" presId="urn:microsoft.com/office/officeart/2005/8/layout/vList5"/>
    <dgm:cxn modelId="{804D3BF7-B35E-B046-8AD4-038C9BCAA267}" type="presParOf" srcId="{4DC8B840-91EA-9F49-A7F7-7B2F30FA4634}" destId="{E503A295-D360-3849-8EF7-AF0EE16351B3}" srcOrd="0" destOrd="0" presId="urn:microsoft.com/office/officeart/2005/8/layout/vList5"/>
    <dgm:cxn modelId="{BCBFF573-2168-6642-B768-25E80E63BD8F}" type="presParOf" srcId="{CD1218AF-CBCF-1941-B135-FA16C209F5FA}" destId="{53C6F639-220C-8E43-A63F-C3EAB839B9BF}" srcOrd="7" destOrd="0" presId="urn:microsoft.com/office/officeart/2005/8/layout/vList5"/>
    <dgm:cxn modelId="{42112D5A-36EC-4F45-BB94-CE873A278FD7}" type="presParOf" srcId="{CD1218AF-CBCF-1941-B135-FA16C209F5FA}" destId="{7080B23E-738D-0A47-A608-D34E3549399D}" srcOrd="8" destOrd="0" presId="urn:microsoft.com/office/officeart/2005/8/layout/vList5"/>
    <dgm:cxn modelId="{7311ACF1-991A-914B-901D-915E777D2617}" type="presParOf" srcId="{7080B23E-738D-0A47-A608-D34E3549399D}" destId="{392E389B-6083-B74D-A6CE-7DA1B47BB1B2}" srcOrd="0" destOrd="0" presId="urn:microsoft.com/office/officeart/2005/8/layout/vList5"/>
    <dgm:cxn modelId="{B5CADB05-1406-BA4E-B5F6-367E2F5CB7D0}" type="presParOf" srcId="{CD1218AF-CBCF-1941-B135-FA16C209F5FA}" destId="{22DF480A-A46F-644E-A72C-553799A08DE4}" srcOrd="9" destOrd="0" presId="urn:microsoft.com/office/officeart/2005/8/layout/vList5"/>
    <dgm:cxn modelId="{55E15F0E-B9AC-414B-A8FF-47795453B74F}" type="presParOf" srcId="{CD1218AF-CBCF-1941-B135-FA16C209F5FA}" destId="{7892D85F-764C-4445-BB64-D3587BC45820}" srcOrd="10" destOrd="0" presId="urn:microsoft.com/office/officeart/2005/8/layout/vList5"/>
    <dgm:cxn modelId="{B6F4AA3B-2A9C-5A48-AD40-72123F6A544D}" type="presParOf" srcId="{7892D85F-764C-4445-BB64-D3587BC45820}" destId="{D8FC6585-0911-4E42-A94A-BEC2B7364F84}"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9DCA7778-5E0E-44E5-AF66-C00868AACCFA}"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en-US"/>
        </a:p>
      </dgm:t>
    </dgm:pt>
    <dgm:pt modelId="{81B072FB-4E8C-475B-A9B1-C8F2ACAF8E9F}">
      <dgm:prSet/>
      <dgm:spPr/>
      <dgm:t>
        <a:bodyPr/>
        <a:lstStyle/>
        <a:p>
          <a:r>
            <a:rPr lang="en-US"/>
            <a:t>Accuracy: 0.8267</a:t>
          </a:r>
        </a:p>
      </dgm:t>
    </dgm:pt>
    <dgm:pt modelId="{BB5BA5C1-7C78-486D-B9B2-519633481640}" type="parTrans" cxnId="{E435A374-3964-40CE-883B-3273AC96E9D2}">
      <dgm:prSet/>
      <dgm:spPr/>
      <dgm:t>
        <a:bodyPr/>
        <a:lstStyle/>
        <a:p>
          <a:endParaRPr lang="en-US"/>
        </a:p>
      </dgm:t>
    </dgm:pt>
    <dgm:pt modelId="{D2E06DB1-489A-4A5C-90A8-5D02ED1D065F}" type="sibTrans" cxnId="{E435A374-3964-40CE-883B-3273AC96E9D2}">
      <dgm:prSet/>
      <dgm:spPr/>
      <dgm:t>
        <a:bodyPr/>
        <a:lstStyle/>
        <a:p>
          <a:endParaRPr lang="en-US"/>
        </a:p>
      </dgm:t>
    </dgm:pt>
    <dgm:pt modelId="{D2EEA12A-862B-483A-8333-D799D782EE61}">
      <dgm:prSet/>
      <dgm:spPr/>
      <dgm:t>
        <a:bodyPr/>
        <a:lstStyle/>
        <a:p>
          <a:r>
            <a:rPr lang="en-US" dirty="0"/>
            <a:t>Sensitivity: 0.7027</a:t>
          </a:r>
        </a:p>
      </dgm:t>
    </dgm:pt>
    <dgm:pt modelId="{CAE9C689-84AB-4A4A-8CC8-59E8741A46C5}" type="parTrans" cxnId="{0AD67CF2-2B29-4C08-B185-D483E6135CF8}">
      <dgm:prSet/>
      <dgm:spPr/>
      <dgm:t>
        <a:bodyPr/>
        <a:lstStyle/>
        <a:p>
          <a:endParaRPr lang="en-US"/>
        </a:p>
      </dgm:t>
    </dgm:pt>
    <dgm:pt modelId="{4ACDCB9D-1418-4440-B8D3-F1A1D683E80E}" type="sibTrans" cxnId="{0AD67CF2-2B29-4C08-B185-D483E6135CF8}">
      <dgm:prSet/>
      <dgm:spPr/>
      <dgm:t>
        <a:bodyPr/>
        <a:lstStyle/>
        <a:p>
          <a:endParaRPr lang="en-US"/>
        </a:p>
      </dgm:t>
    </dgm:pt>
    <dgm:pt modelId="{9FBB640A-B5ED-4BD8-9C3B-B9ADE4238BF3}">
      <dgm:prSet/>
      <dgm:spPr/>
      <dgm:t>
        <a:bodyPr/>
        <a:lstStyle/>
        <a:p>
          <a:r>
            <a:rPr lang="en-US"/>
            <a:t>Specificity: 0.8673</a:t>
          </a:r>
        </a:p>
      </dgm:t>
    </dgm:pt>
    <dgm:pt modelId="{F6A0C69E-3E96-4A68-BB2F-66652DA5A8AF}" type="parTrans" cxnId="{51F1F273-DBF5-4030-9C91-BB377612F34B}">
      <dgm:prSet/>
      <dgm:spPr/>
      <dgm:t>
        <a:bodyPr/>
        <a:lstStyle/>
        <a:p>
          <a:endParaRPr lang="en-US"/>
        </a:p>
      </dgm:t>
    </dgm:pt>
    <dgm:pt modelId="{AA695DDB-C033-4E03-939D-A08634167DE2}" type="sibTrans" cxnId="{51F1F273-DBF5-4030-9C91-BB377612F34B}">
      <dgm:prSet/>
      <dgm:spPr/>
      <dgm:t>
        <a:bodyPr/>
        <a:lstStyle/>
        <a:p>
          <a:endParaRPr lang="en-US"/>
        </a:p>
      </dgm:t>
    </dgm:pt>
    <dgm:pt modelId="{4DCEBD51-50BD-4734-B5DF-68B084858AA4}">
      <dgm:prSet/>
      <dgm:spPr/>
      <dgm:t>
        <a:bodyPr/>
        <a:lstStyle/>
        <a:p>
          <a:r>
            <a:rPr lang="en-US"/>
            <a:t>Precision: 0.6341</a:t>
          </a:r>
        </a:p>
      </dgm:t>
    </dgm:pt>
    <dgm:pt modelId="{1B60D8E5-2905-4AA0-927E-FA073778BB4D}" type="parTrans" cxnId="{6151B2F6-2163-4702-9BE3-14915C2FC3E5}">
      <dgm:prSet/>
      <dgm:spPr/>
      <dgm:t>
        <a:bodyPr/>
        <a:lstStyle/>
        <a:p>
          <a:endParaRPr lang="en-US"/>
        </a:p>
      </dgm:t>
    </dgm:pt>
    <dgm:pt modelId="{D0B20FE0-BB28-40F4-B2BB-DE06BE6C4725}" type="sibTrans" cxnId="{6151B2F6-2163-4702-9BE3-14915C2FC3E5}">
      <dgm:prSet/>
      <dgm:spPr/>
      <dgm:t>
        <a:bodyPr/>
        <a:lstStyle/>
        <a:p>
          <a:endParaRPr lang="en-US"/>
        </a:p>
      </dgm:t>
    </dgm:pt>
    <dgm:pt modelId="{C20B083A-3FB0-4046-A7C3-44DDB8621F59}">
      <dgm:prSet/>
      <dgm:spPr/>
      <dgm:t>
        <a:bodyPr/>
        <a:lstStyle/>
        <a:p>
          <a:r>
            <a:rPr lang="en-US"/>
            <a:t>Recall: 0.7027</a:t>
          </a:r>
        </a:p>
      </dgm:t>
    </dgm:pt>
    <dgm:pt modelId="{531E3E17-36E0-4725-AD15-F1A7B5CB49AF}" type="parTrans" cxnId="{63986627-3BDC-46DD-91D2-371DBD51E00F}">
      <dgm:prSet/>
      <dgm:spPr/>
      <dgm:t>
        <a:bodyPr/>
        <a:lstStyle/>
        <a:p>
          <a:endParaRPr lang="en-US"/>
        </a:p>
      </dgm:t>
    </dgm:pt>
    <dgm:pt modelId="{B9B87830-E672-4D0E-9BF2-34B90D7CFECE}" type="sibTrans" cxnId="{63986627-3BDC-46DD-91D2-371DBD51E00F}">
      <dgm:prSet/>
      <dgm:spPr/>
      <dgm:t>
        <a:bodyPr/>
        <a:lstStyle/>
        <a:p>
          <a:endParaRPr lang="en-US"/>
        </a:p>
      </dgm:t>
    </dgm:pt>
    <dgm:pt modelId="{CE2E7497-3B17-4129-BE17-7F13165E1CB8}">
      <dgm:prSet/>
      <dgm:spPr/>
      <dgm:t>
        <a:bodyPr/>
        <a:lstStyle/>
        <a:p>
          <a:r>
            <a:rPr lang="en-US"/>
            <a:t>F1 Score: 0.6667</a:t>
          </a:r>
        </a:p>
      </dgm:t>
    </dgm:pt>
    <dgm:pt modelId="{C33E2F4E-9101-4FAE-A3E8-B683BF0281FC}" type="parTrans" cxnId="{DB25D190-44E4-4346-A362-9D3006560F5B}">
      <dgm:prSet/>
      <dgm:spPr/>
      <dgm:t>
        <a:bodyPr/>
        <a:lstStyle/>
        <a:p>
          <a:endParaRPr lang="en-US"/>
        </a:p>
      </dgm:t>
    </dgm:pt>
    <dgm:pt modelId="{90D0A881-ABAE-4419-B754-A9692B36BB3A}" type="sibTrans" cxnId="{DB25D190-44E4-4346-A362-9D3006560F5B}">
      <dgm:prSet/>
      <dgm:spPr/>
      <dgm:t>
        <a:bodyPr/>
        <a:lstStyle/>
        <a:p>
          <a:endParaRPr lang="en-US"/>
        </a:p>
      </dgm:t>
    </dgm:pt>
    <dgm:pt modelId="{767CB829-8BFC-6141-9874-67411C02E896}" type="pres">
      <dgm:prSet presAssocID="{9DCA7778-5E0E-44E5-AF66-C00868AACCFA}" presName="Name0" presStyleCnt="0">
        <dgm:presLayoutVars>
          <dgm:dir/>
          <dgm:animLvl val="lvl"/>
          <dgm:resizeHandles val="exact"/>
        </dgm:presLayoutVars>
      </dgm:prSet>
      <dgm:spPr/>
    </dgm:pt>
    <dgm:pt modelId="{A6C3B272-6FAB-264A-B7B4-53C39117636B}" type="pres">
      <dgm:prSet presAssocID="{81B072FB-4E8C-475B-A9B1-C8F2ACAF8E9F}" presName="linNode" presStyleCnt="0"/>
      <dgm:spPr/>
    </dgm:pt>
    <dgm:pt modelId="{348839FA-8739-9A43-9A61-FC91D47D7396}" type="pres">
      <dgm:prSet presAssocID="{81B072FB-4E8C-475B-A9B1-C8F2ACAF8E9F}" presName="parentText" presStyleLbl="node1" presStyleIdx="0" presStyleCnt="6">
        <dgm:presLayoutVars>
          <dgm:chMax val="1"/>
          <dgm:bulletEnabled val="1"/>
        </dgm:presLayoutVars>
      </dgm:prSet>
      <dgm:spPr/>
    </dgm:pt>
    <dgm:pt modelId="{6B0F6CA0-232F-7847-A19E-08D62D2F3B79}" type="pres">
      <dgm:prSet presAssocID="{D2E06DB1-489A-4A5C-90A8-5D02ED1D065F}" presName="sp" presStyleCnt="0"/>
      <dgm:spPr/>
    </dgm:pt>
    <dgm:pt modelId="{C50B329A-F41C-F941-8E20-B1FA8B5B78E8}" type="pres">
      <dgm:prSet presAssocID="{D2EEA12A-862B-483A-8333-D799D782EE61}" presName="linNode" presStyleCnt="0"/>
      <dgm:spPr/>
    </dgm:pt>
    <dgm:pt modelId="{22FB513F-E29F-4740-84DA-A0B75FAC9215}" type="pres">
      <dgm:prSet presAssocID="{D2EEA12A-862B-483A-8333-D799D782EE61}" presName="parentText" presStyleLbl="node1" presStyleIdx="1" presStyleCnt="6">
        <dgm:presLayoutVars>
          <dgm:chMax val="1"/>
          <dgm:bulletEnabled val="1"/>
        </dgm:presLayoutVars>
      </dgm:prSet>
      <dgm:spPr/>
    </dgm:pt>
    <dgm:pt modelId="{6FBD024E-1AB1-3944-8E8B-5B0C32093E8F}" type="pres">
      <dgm:prSet presAssocID="{4ACDCB9D-1418-4440-B8D3-F1A1D683E80E}" presName="sp" presStyleCnt="0"/>
      <dgm:spPr/>
    </dgm:pt>
    <dgm:pt modelId="{978608A7-37A3-674F-9648-4E60F61CD9A8}" type="pres">
      <dgm:prSet presAssocID="{9FBB640A-B5ED-4BD8-9C3B-B9ADE4238BF3}" presName="linNode" presStyleCnt="0"/>
      <dgm:spPr/>
    </dgm:pt>
    <dgm:pt modelId="{C49E0EC1-78F4-524C-8FB9-BDE2610E2927}" type="pres">
      <dgm:prSet presAssocID="{9FBB640A-B5ED-4BD8-9C3B-B9ADE4238BF3}" presName="parentText" presStyleLbl="node1" presStyleIdx="2" presStyleCnt="6">
        <dgm:presLayoutVars>
          <dgm:chMax val="1"/>
          <dgm:bulletEnabled val="1"/>
        </dgm:presLayoutVars>
      </dgm:prSet>
      <dgm:spPr/>
    </dgm:pt>
    <dgm:pt modelId="{9A80F46A-C865-9A40-BA9B-B3A114D09E97}" type="pres">
      <dgm:prSet presAssocID="{AA695DDB-C033-4E03-939D-A08634167DE2}" presName="sp" presStyleCnt="0"/>
      <dgm:spPr/>
    </dgm:pt>
    <dgm:pt modelId="{EF9B1B06-B49A-0042-8A36-B96F7F3C5186}" type="pres">
      <dgm:prSet presAssocID="{4DCEBD51-50BD-4734-B5DF-68B084858AA4}" presName="linNode" presStyleCnt="0"/>
      <dgm:spPr/>
    </dgm:pt>
    <dgm:pt modelId="{D3A1AB5B-F3E9-E34F-9C6F-B95C97BEC930}" type="pres">
      <dgm:prSet presAssocID="{4DCEBD51-50BD-4734-B5DF-68B084858AA4}" presName="parentText" presStyleLbl="node1" presStyleIdx="3" presStyleCnt="6">
        <dgm:presLayoutVars>
          <dgm:chMax val="1"/>
          <dgm:bulletEnabled val="1"/>
        </dgm:presLayoutVars>
      </dgm:prSet>
      <dgm:spPr/>
    </dgm:pt>
    <dgm:pt modelId="{7826B342-7956-814D-B10B-D93CF758E023}" type="pres">
      <dgm:prSet presAssocID="{D0B20FE0-BB28-40F4-B2BB-DE06BE6C4725}" presName="sp" presStyleCnt="0"/>
      <dgm:spPr/>
    </dgm:pt>
    <dgm:pt modelId="{264BE029-7A85-6446-A7F1-DEF5BDCE83C5}" type="pres">
      <dgm:prSet presAssocID="{C20B083A-3FB0-4046-A7C3-44DDB8621F59}" presName="linNode" presStyleCnt="0"/>
      <dgm:spPr/>
    </dgm:pt>
    <dgm:pt modelId="{8835D2E5-0EE0-F244-88FE-F960D2122C7E}" type="pres">
      <dgm:prSet presAssocID="{C20B083A-3FB0-4046-A7C3-44DDB8621F59}" presName="parentText" presStyleLbl="node1" presStyleIdx="4" presStyleCnt="6">
        <dgm:presLayoutVars>
          <dgm:chMax val="1"/>
          <dgm:bulletEnabled val="1"/>
        </dgm:presLayoutVars>
      </dgm:prSet>
      <dgm:spPr/>
    </dgm:pt>
    <dgm:pt modelId="{B8A96CC1-C150-6943-8ED5-6F43996B3A4B}" type="pres">
      <dgm:prSet presAssocID="{B9B87830-E672-4D0E-9BF2-34B90D7CFECE}" presName="sp" presStyleCnt="0"/>
      <dgm:spPr/>
    </dgm:pt>
    <dgm:pt modelId="{DA467189-B318-1440-943B-9C580B3B715B}" type="pres">
      <dgm:prSet presAssocID="{CE2E7497-3B17-4129-BE17-7F13165E1CB8}" presName="linNode" presStyleCnt="0"/>
      <dgm:spPr/>
    </dgm:pt>
    <dgm:pt modelId="{B1302122-CE36-F448-BEDE-5C62E3DAD7E7}" type="pres">
      <dgm:prSet presAssocID="{CE2E7497-3B17-4129-BE17-7F13165E1CB8}" presName="parentText" presStyleLbl="node1" presStyleIdx="5" presStyleCnt="6">
        <dgm:presLayoutVars>
          <dgm:chMax val="1"/>
          <dgm:bulletEnabled val="1"/>
        </dgm:presLayoutVars>
      </dgm:prSet>
      <dgm:spPr/>
    </dgm:pt>
  </dgm:ptLst>
  <dgm:cxnLst>
    <dgm:cxn modelId="{B6E84B16-60D6-824C-8B54-2DDF1EFB6CF0}" type="presOf" srcId="{4DCEBD51-50BD-4734-B5DF-68B084858AA4}" destId="{D3A1AB5B-F3E9-E34F-9C6F-B95C97BEC930}" srcOrd="0" destOrd="0" presId="urn:microsoft.com/office/officeart/2005/8/layout/vList5"/>
    <dgm:cxn modelId="{63986627-3BDC-46DD-91D2-371DBD51E00F}" srcId="{9DCA7778-5E0E-44E5-AF66-C00868AACCFA}" destId="{C20B083A-3FB0-4046-A7C3-44DDB8621F59}" srcOrd="4" destOrd="0" parTransId="{531E3E17-36E0-4725-AD15-F1A7B5CB49AF}" sibTransId="{B9B87830-E672-4D0E-9BF2-34B90D7CFECE}"/>
    <dgm:cxn modelId="{1B076772-8D14-1C4C-BFE4-3681D996701A}" type="presOf" srcId="{81B072FB-4E8C-475B-A9B1-C8F2ACAF8E9F}" destId="{348839FA-8739-9A43-9A61-FC91D47D7396}" srcOrd="0" destOrd="0" presId="urn:microsoft.com/office/officeart/2005/8/layout/vList5"/>
    <dgm:cxn modelId="{51F1F273-DBF5-4030-9C91-BB377612F34B}" srcId="{9DCA7778-5E0E-44E5-AF66-C00868AACCFA}" destId="{9FBB640A-B5ED-4BD8-9C3B-B9ADE4238BF3}" srcOrd="2" destOrd="0" parTransId="{F6A0C69E-3E96-4A68-BB2F-66652DA5A8AF}" sibTransId="{AA695DDB-C033-4E03-939D-A08634167DE2}"/>
    <dgm:cxn modelId="{E435A374-3964-40CE-883B-3273AC96E9D2}" srcId="{9DCA7778-5E0E-44E5-AF66-C00868AACCFA}" destId="{81B072FB-4E8C-475B-A9B1-C8F2ACAF8E9F}" srcOrd="0" destOrd="0" parTransId="{BB5BA5C1-7C78-486D-B9B2-519633481640}" sibTransId="{D2E06DB1-489A-4A5C-90A8-5D02ED1D065F}"/>
    <dgm:cxn modelId="{DB25D190-44E4-4346-A362-9D3006560F5B}" srcId="{9DCA7778-5E0E-44E5-AF66-C00868AACCFA}" destId="{CE2E7497-3B17-4129-BE17-7F13165E1CB8}" srcOrd="5" destOrd="0" parTransId="{C33E2F4E-9101-4FAE-A3E8-B683BF0281FC}" sibTransId="{90D0A881-ABAE-4419-B754-A9692B36BB3A}"/>
    <dgm:cxn modelId="{11885EA9-B87F-D94E-8A2F-414F90F406B3}" type="presOf" srcId="{CE2E7497-3B17-4129-BE17-7F13165E1CB8}" destId="{B1302122-CE36-F448-BEDE-5C62E3DAD7E7}" srcOrd="0" destOrd="0" presId="urn:microsoft.com/office/officeart/2005/8/layout/vList5"/>
    <dgm:cxn modelId="{EEA236CB-B346-5847-88FC-58DC4D5B1974}" type="presOf" srcId="{9DCA7778-5E0E-44E5-AF66-C00868AACCFA}" destId="{767CB829-8BFC-6141-9874-67411C02E896}" srcOrd="0" destOrd="0" presId="urn:microsoft.com/office/officeart/2005/8/layout/vList5"/>
    <dgm:cxn modelId="{B77AF2CD-A6B9-1F46-8A3B-025A053F83CB}" type="presOf" srcId="{C20B083A-3FB0-4046-A7C3-44DDB8621F59}" destId="{8835D2E5-0EE0-F244-88FE-F960D2122C7E}" srcOrd="0" destOrd="0" presId="urn:microsoft.com/office/officeart/2005/8/layout/vList5"/>
    <dgm:cxn modelId="{134CF1E2-CF46-3C4F-8AB2-2CE104FA88BC}" type="presOf" srcId="{9FBB640A-B5ED-4BD8-9C3B-B9ADE4238BF3}" destId="{C49E0EC1-78F4-524C-8FB9-BDE2610E2927}" srcOrd="0" destOrd="0" presId="urn:microsoft.com/office/officeart/2005/8/layout/vList5"/>
    <dgm:cxn modelId="{BDF2D8ED-CF02-ED4E-9868-46C6662D9978}" type="presOf" srcId="{D2EEA12A-862B-483A-8333-D799D782EE61}" destId="{22FB513F-E29F-4740-84DA-A0B75FAC9215}" srcOrd="0" destOrd="0" presId="urn:microsoft.com/office/officeart/2005/8/layout/vList5"/>
    <dgm:cxn modelId="{0AD67CF2-2B29-4C08-B185-D483E6135CF8}" srcId="{9DCA7778-5E0E-44E5-AF66-C00868AACCFA}" destId="{D2EEA12A-862B-483A-8333-D799D782EE61}" srcOrd="1" destOrd="0" parTransId="{CAE9C689-84AB-4A4A-8CC8-59E8741A46C5}" sibTransId="{4ACDCB9D-1418-4440-B8D3-F1A1D683E80E}"/>
    <dgm:cxn modelId="{6151B2F6-2163-4702-9BE3-14915C2FC3E5}" srcId="{9DCA7778-5E0E-44E5-AF66-C00868AACCFA}" destId="{4DCEBD51-50BD-4734-B5DF-68B084858AA4}" srcOrd="3" destOrd="0" parTransId="{1B60D8E5-2905-4AA0-927E-FA073778BB4D}" sibTransId="{D0B20FE0-BB28-40F4-B2BB-DE06BE6C4725}"/>
    <dgm:cxn modelId="{46C5AECB-A90E-2D48-BF96-09E7C2C1F73B}" type="presParOf" srcId="{767CB829-8BFC-6141-9874-67411C02E896}" destId="{A6C3B272-6FAB-264A-B7B4-53C39117636B}" srcOrd="0" destOrd="0" presId="urn:microsoft.com/office/officeart/2005/8/layout/vList5"/>
    <dgm:cxn modelId="{FD0B9495-5894-4143-A237-6AD48628A369}" type="presParOf" srcId="{A6C3B272-6FAB-264A-B7B4-53C39117636B}" destId="{348839FA-8739-9A43-9A61-FC91D47D7396}" srcOrd="0" destOrd="0" presId="urn:microsoft.com/office/officeart/2005/8/layout/vList5"/>
    <dgm:cxn modelId="{3AF220E0-FEC7-AE4E-BF40-C112F5AB1EBE}" type="presParOf" srcId="{767CB829-8BFC-6141-9874-67411C02E896}" destId="{6B0F6CA0-232F-7847-A19E-08D62D2F3B79}" srcOrd="1" destOrd="0" presId="urn:microsoft.com/office/officeart/2005/8/layout/vList5"/>
    <dgm:cxn modelId="{A0D2130B-2C3E-664D-B97D-01776F32950E}" type="presParOf" srcId="{767CB829-8BFC-6141-9874-67411C02E896}" destId="{C50B329A-F41C-F941-8E20-B1FA8B5B78E8}" srcOrd="2" destOrd="0" presId="urn:microsoft.com/office/officeart/2005/8/layout/vList5"/>
    <dgm:cxn modelId="{F1C1CC42-93EC-534E-8BA7-D63E8FD50975}" type="presParOf" srcId="{C50B329A-F41C-F941-8E20-B1FA8B5B78E8}" destId="{22FB513F-E29F-4740-84DA-A0B75FAC9215}" srcOrd="0" destOrd="0" presId="urn:microsoft.com/office/officeart/2005/8/layout/vList5"/>
    <dgm:cxn modelId="{A95F54B4-6B09-A54F-BEDA-06CD4B68B249}" type="presParOf" srcId="{767CB829-8BFC-6141-9874-67411C02E896}" destId="{6FBD024E-1AB1-3944-8E8B-5B0C32093E8F}" srcOrd="3" destOrd="0" presId="urn:microsoft.com/office/officeart/2005/8/layout/vList5"/>
    <dgm:cxn modelId="{9128D49C-CB3A-1742-8149-C43AB4305489}" type="presParOf" srcId="{767CB829-8BFC-6141-9874-67411C02E896}" destId="{978608A7-37A3-674F-9648-4E60F61CD9A8}" srcOrd="4" destOrd="0" presId="urn:microsoft.com/office/officeart/2005/8/layout/vList5"/>
    <dgm:cxn modelId="{6E15C051-9F55-B74F-AE0D-7C241F2B2AF1}" type="presParOf" srcId="{978608A7-37A3-674F-9648-4E60F61CD9A8}" destId="{C49E0EC1-78F4-524C-8FB9-BDE2610E2927}" srcOrd="0" destOrd="0" presId="urn:microsoft.com/office/officeart/2005/8/layout/vList5"/>
    <dgm:cxn modelId="{76E2F5D1-842D-CB42-97E0-F942665893EC}" type="presParOf" srcId="{767CB829-8BFC-6141-9874-67411C02E896}" destId="{9A80F46A-C865-9A40-BA9B-B3A114D09E97}" srcOrd="5" destOrd="0" presId="urn:microsoft.com/office/officeart/2005/8/layout/vList5"/>
    <dgm:cxn modelId="{3524FD97-2C84-3C4A-A52B-44D0C30E9C14}" type="presParOf" srcId="{767CB829-8BFC-6141-9874-67411C02E896}" destId="{EF9B1B06-B49A-0042-8A36-B96F7F3C5186}" srcOrd="6" destOrd="0" presId="urn:microsoft.com/office/officeart/2005/8/layout/vList5"/>
    <dgm:cxn modelId="{8A78C104-6D4A-8149-94FC-4524415C9341}" type="presParOf" srcId="{EF9B1B06-B49A-0042-8A36-B96F7F3C5186}" destId="{D3A1AB5B-F3E9-E34F-9C6F-B95C97BEC930}" srcOrd="0" destOrd="0" presId="urn:microsoft.com/office/officeart/2005/8/layout/vList5"/>
    <dgm:cxn modelId="{ED912992-763F-BC40-96EC-08B6AD30379E}" type="presParOf" srcId="{767CB829-8BFC-6141-9874-67411C02E896}" destId="{7826B342-7956-814D-B10B-D93CF758E023}" srcOrd="7" destOrd="0" presId="urn:microsoft.com/office/officeart/2005/8/layout/vList5"/>
    <dgm:cxn modelId="{758E0BDD-C70D-3E4F-8DF4-828ADED7CD80}" type="presParOf" srcId="{767CB829-8BFC-6141-9874-67411C02E896}" destId="{264BE029-7A85-6446-A7F1-DEF5BDCE83C5}" srcOrd="8" destOrd="0" presId="urn:microsoft.com/office/officeart/2005/8/layout/vList5"/>
    <dgm:cxn modelId="{82E2CB02-78D3-D540-8170-8B378DE54EF4}" type="presParOf" srcId="{264BE029-7A85-6446-A7F1-DEF5BDCE83C5}" destId="{8835D2E5-0EE0-F244-88FE-F960D2122C7E}" srcOrd="0" destOrd="0" presId="urn:microsoft.com/office/officeart/2005/8/layout/vList5"/>
    <dgm:cxn modelId="{2999A100-2BD6-204E-814A-4AF4A742271B}" type="presParOf" srcId="{767CB829-8BFC-6141-9874-67411C02E896}" destId="{B8A96CC1-C150-6943-8ED5-6F43996B3A4B}" srcOrd="9" destOrd="0" presId="urn:microsoft.com/office/officeart/2005/8/layout/vList5"/>
    <dgm:cxn modelId="{DE5C55FA-A898-C949-A3DA-588E580B18FE}" type="presParOf" srcId="{767CB829-8BFC-6141-9874-67411C02E896}" destId="{DA467189-B318-1440-943B-9C580B3B715B}" srcOrd="10" destOrd="0" presId="urn:microsoft.com/office/officeart/2005/8/layout/vList5"/>
    <dgm:cxn modelId="{D433C623-4DAF-EE41-BBFE-0202B16C5F18}" type="presParOf" srcId="{DA467189-B318-1440-943B-9C580B3B715B}" destId="{B1302122-CE36-F448-BEDE-5C62E3DAD7E7}"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DACC9009-0D56-4F17-92BD-53420DAFCCEE}" type="doc">
      <dgm:prSet loTypeId="urn:microsoft.com/office/officeart/2018/2/layout/IconVerticalSolidList" loCatId="icon" qsTypeId="urn:microsoft.com/office/officeart/2005/8/quickstyle/simple1" qsCatId="simple" csTypeId="urn:microsoft.com/office/officeart/2018/5/colors/Iconchunking_neutralbg_accent3_2" csCatId="accent3" phldr="1"/>
      <dgm:spPr/>
      <dgm:t>
        <a:bodyPr/>
        <a:lstStyle/>
        <a:p>
          <a:endParaRPr lang="en-US"/>
        </a:p>
      </dgm:t>
    </dgm:pt>
    <dgm:pt modelId="{592FAB96-DB9F-4F30-BCFF-525FE5F096F8}">
      <dgm:prSet/>
      <dgm:spPr/>
      <dgm:t>
        <a:bodyPr/>
        <a:lstStyle/>
        <a:p>
          <a:pPr>
            <a:lnSpc>
              <a:spcPct val="100000"/>
            </a:lnSpc>
          </a:pPr>
          <a:r>
            <a:rPr lang="en-IN"/>
            <a:t>Both Logistic Regression and Random Forest models were developed and evaluated to classify insurance claims as fraudulent or legitimate. The models were rigorously tested using appropriate feature engineering, resampling, and careful selection of predictors to optimize predictive performance and minimize overfitting.</a:t>
          </a:r>
          <a:endParaRPr lang="en-US"/>
        </a:p>
      </dgm:t>
    </dgm:pt>
    <dgm:pt modelId="{E3035022-CA61-4024-BF0A-4A7AEF6C05D1}" type="parTrans" cxnId="{B5762B73-BF3E-4625-A626-42FFCE09053B}">
      <dgm:prSet/>
      <dgm:spPr/>
      <dgm:t>
        <a:bodyPr/>
        <a:lstStyle/>
        <a:p>
          <a:endParaRPr lang="en-US"/>
        </a:p>
      </dgm:t>
    </dgm:pt>
    <dgm:pt modelId="{EC17795D-3862-4E6E-98B3-5B84ABECE908}" type="sibTrans" cxnId="{B5762B73-BF3E-4625-A626-42FFCE09053B}">
      <dgm:prSet/>
      <dgm:spPr/>
      <dgm:t>
        <a:bodyPr/>
        <a:lstStyle/>
        <a:p>
          <a:endParaRPr lang="en-US"/>
        </a:p>
      </dgm:t>
    </dgm:pt>
    <dgm:pt modelId="{AA6AA7DF-3548-4136-B12E-2948DEDCBF78}">
      <dgm:prSet/>
      <dgm:spPr/>
      <dgm:t>
        <a:bodyPr/>
        <a:lstStyle/>
        <a:p>
          <a:pPr>
            <a:lnSpc>
              <a:spcPct val="100000"/>
            </a:lnSpc>
          </a:pPr>
          <a:r>
            <a:rPr lang="en-IN" b="1"/>
            <a:t>Logistic Regression</a:t>
          </a:r>
          <a:r>
            <a:rPr lang="en-IN"/>
            <a:t> achieved an accuracy of </a:t>
          </a:r>
          <a:r>
            <a:rPr lang="en-IN" b="1"/>
            <a:t>0.83</a:t>
          </a:r>
          <a:r>
            <a:rPr lang="en-IN"/>
            <a:t>, sensitivity (recall) of </a:t>
          </a:r>
          <a:r>
            <a:rPr lang="en-IN" b="1"/>
            <a:t>0.70</a:t>
          </a:r>
          <a:r>
            <a:rPr lang="en-IN"/>
            <a:t>, and specificity of </a:t>
          </a:r>
          <a:r>
            <a:rPr lang="en-IN" b="1"/>
            <a:t>0.87</a:t>
          </a:r>
          <a:r>
            <a:rPr lang="en-IN"/>
            <a:t>. The precision was </a:t>
          </a:r>
          <a:r>
            <a:rPr lang="en-IN" b="1"/>
            <a:t>0.64</a:t>
          </a:r>
          <a:r>
            <a:rPr lang="en-IN"/>
            <a:t> and F1-score </a:t>
          </a:r>
          <a:r>
            <a:rPr lang="en-IN" b="1"/>
            <a:t>0.67</a:t>
          </a:r>
          <a:r>
            <a:rPr lang="en-IN"/>
            <a:t>. This model is interpretable and performs well in distinguishing fraudulent claims, with a good balance between precision and recall.</a:t>
          </a:r>
          <a:endParaRPr lang="en-US"/>
        </a:p>
      </dgm:t>
    </dgm:pt>
    <dgm:pt modelId="{F7D9E313-EC43-4E41-8DCB-6F8ABDB90F7F}" type="parTrans" cxnId="{4041651A-170F-4408-BC01-3C466C76E203}">
      <dgm:prSet/>
      <dgm:spPr/>
      <dgm:t>
        <a:bodyPr/>
        <a:lstStyle/>
        <a:p>
          <a:endParaRPr lang="en-US"/>
        </a:p>
      </dgm:t>
    </dgm:pt>
    <dgm:pt modelId="{D223C9FA-8A2A-407C-B4A8-CBBEE93A3B8A}" type="sibTrans" cxnId="{4041651A-170F-4408-BC01-3C466C76E203}">
      <dgm:prSet/>
      <dgm:spPr/>
      <dgm:t>
        <a:bodyPr/>
        <a:lstStyle/>
        <a:p>
          <a:endParaRPr lang="en-US"/>
        </a:p>
      </dgm:t>
    </dgm:pt>
    <dgm:pt modelId="{193A7B5D-6633-4860-A0D9-4A5D221A6A98}">
      <dgm:prSet/>
      <dgm:spPr/>
      <dgm:t>
        <a:bodyPr/>
        <a:lstStyle/>
        <a:p>
          <a:pPr>
            <a:lnSpc>
              <a:spcPct val="100000"/>
            </a:lnSpc>
          </a:pPr>
          <a:r>
            <a:rPr lang="en-IN" b="1"/>
            <a:t>Random Forest</a:t>
          </a:r>
          <a:r>
            <a:rPr lang="en-IN"/>
            <a:t> achieved an accuracy of </a:t>
          </a:r>
          <a:r>
            <a:rPr lang="en-IN" b="1"/>
            <a:t>0.81</a:t>
          </a:r>
          <a:r>
            <a:rPr lang="en-IN"/>
            <a:t>, sensitivity of </a:t>
          </a:r>
          <a:r>
            <a:rPr lang="en-IN" b="1"/>
            <a:t>0.61</a:t>
          </a:r>
          <a:r>
            <a:rPr lang="en-IN"/>
            <a:t>, specificity of </a:t>
          </a:r>
          <a:r>
            <a:rPr lang="en-IN" b="1"/>
            <a:t>0.88</a:t>
          </a:r>
          <a:r>
            <a:rPr lang="en-IN"/>
            <a:t>, precision of </a:t>
          </a:r>
          <a:r>
            <a:rPr lang="en-IN" b="1"/>
            <a:t>0.63</a:t>
          </a:r>
          <a:r>
            <a:rPr lang="en-IN"/>
            <a:t>, and F1-score </a:t>
          </a:r>
          <a:r>
            <a:rPr lang="en-IN" b="1"/>
            <a:t>0.61</a:t>
          </a:r>
          <a:r>
            <a:rPr lang="en-IN"/>
            <a:t>. While it demonstrated high performance on training data and offered robust handling of complex feature interactions, it showed a slight reduction in sensitivity compared to Logistic Regression on unseen data, suggesting a tendency toward conservatism in predicting frauds.</a:t>
          </a:r>
          <a:endParaRPr lang="en-US"/>
        </a:p>
      </dgm:t>
    </dgm:pt>
    <dgm:pt modelId="{BDDB4971-C9EE-4F95-9ADA-2330450C217D}" type="parTrans" cxnId="{CE8D63D7-EA9D-44F2-A7F8-EE0849FDC99C}">
      <dgm:prSet/>
      <dgm:spPr/>
      <dgm:t>
        <a:bodyPr/>
        <a:lstStyle/>
        <a:p>
          <a:endParaRPr lang="en-US"/>
        </a:p>
      </dgm:t>
    </dgm:pt>
    <dgm:pt modelId="{21F85C7B-AFE8-4D4C-8226-5A503DD1BDB8}" type="sibTrans" cxnId="{CE8D63D7-EA9D-44F2-A7F8-EE0849FDC99C}">
      <dgm:prSet/>
      <dgm:spPr/>
      <dgm:t>
        <a:bodyPr/>
        <a:lstStyle/>
        <a:p>
          <a:endParaRPr lang="en-US"/>
        </a:p>
      </dgm:t>
    </dgm:pt>
    <dgm:pt modelId="{28561E02-AF9C-469E-87CE-A83C759372AA}" type="pres">
      <dgm:prSet presAssocID="{DACC9009-0D56-4F17-92BD-53420DAFCCEE}" presName="root" presStyleCnt="0">
        <dgm:presLayoutVars>
          <dgm:dir/>
          <dgm:resizeHandles val="exact"/>
        </dgm:presLayoutVars>
      </dgm:prSet>
      <dgm:spPr/>
    </dgm:pt>
    <dgm:pt modelId="{331482DF-21E1-400D-AA1C-3226D4FE17D7}" type="pres">
      <dgm:prSet presAssocID="{592FAB96-DB9F-4F30-BCFF-525FE5F096F8}" presName="compNode" presStyleCnt="0"/>
      <dgm:spPr/>
    </dgm:pt>
    <dgm:pt modelId="{7E86B3E8-2A0B-4BA0-B500-BB8FF5649A71}" type="pres">
      <dgm:prSet presAssocID="{592FAB96-DB9F-4F30-BCFF-525FE5F096F8}" presName="bgRect" presStyleLbl="bgShp" presStyleIdx="0" presStyleCnt="3"/>
      <dgm:spPr/>
    </dgm:pt>
    <dgm:pt modelId="{ADEB1BD7-2BCB-40C0-A029-00C0D8966B4B}" type="pres">
      <dgm:prSet presAssocID="{592FAB96-DB9F-4F30-BCFF-525FE5F096F8}"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tatistics"/>
        </a:ext>
      </dgm:extLst>
    </dgm:pt>
    <dgm:pt modelId="{396CCFE9-285C-4926-8BED-B1FB2D00B384}" type="pres">
      <dgm:prSet presAssocID="{592FAB96-DB9F-4F30-BCFF-525FE5F096F8}" presName="spaceRect" presStyleCnt="0"/>
      <dgm:spPr/>
    </dgm:pt>
    <dgm:pt modelId="{05D5E69C-1F93-475C-845D-CB4EBB03A032}" type="pres">
      <dgm:prSet presAssocID="{592FAB96-DB9F-4F30-BCFF-525FE5F096F8}" presName="parTx" presStyleLbl="revTx" presStyleIdx="0" presStyleCnt="3">
        <dgm:presLayoutVars>
          <dgm:chMax val="0"/>
          <dgm:chPref val="0"/>
        </dgm:presLayoutVars>
      </dgm:prSet>
      <dgm:spPr/>
    </dgm:pt>
    <dgm:pt modelId="{F5350C58-72E0-48B4-AF4F-AC3C1E1BA327}" type="pres">
      <dgm:prSet presAssocID="{EC17795D-3862-4E6E-98B3-5B84ABECE908}" presName="sibTrans" presStyleCnt="0"/>
      <dgm:spPr/>
    </dgm:pt>
    <dgm:pt modelId="{9C732B5F-1071-4E16-8AE9-564F6DFABE80}" type="pres">
      <dgm:prSet presAssocID="{AA6AA7DF-3548-4136-B12E-2948DEDCBF78}" presName="compNode" presStyleCnt="0"/>
      <dgm:spPr/>
    </dgm:pt>
    <dgm:pt modelId="{31F516BF-F5FB-4645-8751-13E9A9C930B9}" type="pres">
      <dgm:prSet presAssocID="{AA6AA7DF-3548-4136-B12E-2948DEDCBF78}" presName="bgRect" presStyleLbl="bgShp" presStyleIdx="1" presStyleCnt="3"/>
      <dgm:spPr/>
    </dgm:pt>
    <dgm:pt modelId="{59621E50-08DF-4161-A11D-243687465FE9}" type="pres">
      <dgm:prSet presAssocID="{AA6AA7DF-3548-4136-B12E-2948DEDCBF7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arget"/>
        </a:ext>
      </dgm:extLst>
    </dgm:pt>
    <dgm:pt modelId="{1959B236-4579-470C-A7C9-6B4AB1F59E95}" type="pres">
      <dgm:prSet presAssocID="{AA6AA7DF-3548-4136-B12E-2948DEDCBF78}" presName="spaceRect" presStyleCnt="0"/>
      <dgm:spPr/>
    </dgm:pt>
    <dgm:pt modelId="{4D536844-174F-4C83-B7DF-B5F9F1BC4A72}" type="pres">
      <dgm:prSet presAssocID="{AA6AA7DF-3548-4136-B12E-2948DEDCBF78}" presName="parTx" presStyleLbl="revTx" presStyleIdx="1" presStyleCnt="3">
        <dgm:presLayoutVars>
          <dgm:chMax val="0"/>
          <dgm:chPref val="0"/>
        </dgm:presLayoutVars>
      </dgm:prSet>
      <dgm:spPr/>
    </dgm:pt>
    <dgm:pt modelId="{3FCE42DE-6726-4BF9-8447-DF688BE1EC51}" type="pres">
      <dgm:prSet presAssocID="{D223C9FA-8A2A-407C-B4A8-CBBEE93A3B8A}" presName="sibTrans" presStyleCnt="0"/>
      <dgm:spPr/>
    </dgm:pt>
    <dgm:pt modelId="{E334F83F-D0F3-4AFA-BDB9-C22311344939}" type="pres">
      <dgm:prSet presAssocID="{193A7B5D-6633-4860-A0D9-4A5D221A6A98}" presName="compNode" presStyleCnt="0"/>
      <dgm:spPr/>
    </dgm:pt>
    <dgm:pt modelId="{1303724A-1AF0-4658-9F25-33C676ADA8FA}" type="pres">
      <dgm:prSet presAssocID="{193A7B5D-6633-4860-A0D9-4A5D221A6A98}" presName="bgRect" presStyleLbl="bgShp" presStyleIdx="2" presStyleCnt="3"/>
      <dgm:spPr/>
    </dgm:pt>
    <dgm:pt modelId="{48B33978-4985-45CC-A701-66C47B627ED3}" type="pres">
      <dgm:prSet presAssocID="{193A7B5D-6633-4860-A0D9-4A5D221A6A98}"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Bullseye"/>
        </a:ext>
      </dgm:extLst>
    </dgm:pt>
    <dgm:pt modelId="{B493F3F1-ADD2-4120-85E3-C52D70F65D41}" type="pres">
      <dgm:prSet presAssocID="{193A7B5D-6633-4860-A0D9-4A5D221A6A98}" presName="spaceRect" presStyleCnt="0"/>
      <dgm:spPr/>
    </dgm:pt>
    <dgm:pt modelId="{C32D3191-8BA8-493D-A929-E2B6D5D42FAC}" type="pres">
      <dgm:prSet presAssocID="{193A7B5D-6633-4860-A0D9-4A5D221A6A98}" presName="parTx" presStyleLbl="revTx" presStyleIdx="2" presStyleCnt="3">
        <dgm:presLayoutVars>
          <dgm:chMax val="0"/>
          <dgm:chPref val="0"/>
        </dgm:presLayoutVars>
      </dgm:prSet>
      <dgm:spPr/>
    </dgm:pt>
  </dgm:ptLst>
  <dgm:cxnLst>
    <dgm:cxn modelId="{07482C09-5409-F74D-8312-001659C12CF1}" type="presOf" srcId="{193A7B5D-6633-4860-A0D9-4A5D221A6A98}" destId="{C32D3191-8BA8-493D-A929-E2B6D5D42FAC}" srcOrd="0" destOrd="0" presId="urn:microsoft.com/office/officeart/2018/2/layout/IconVerticalSolidList"/>
    <dgm:cxn modelId="{4041651A-170F-4408-BC01-3C466C76E203}" srcId="{DACC9009-0D56-4F17-92BD-53420DAFCCEE}" destId="{AA6AA7DF-3548-4136-B12E-2948DEDCBF78}" srcOrd="1" destOrd="0" parTransId="{F7D9E313-EC43-4E41-8DCB-6F8ABDB90F7F}" sibTransId="{D223C9FA-8A2A-407C-B4A8-CBBEE93A3B8A}"/>
    <dgm:cxn modelId="{148B8F3C-F80B-E042-B0C1-4BDE4B23760E}" type="presOf" srcId="{AA6AA7DF-3548-4136-B12E-2948DEDCBF78}" destId="{4D536844-174F-4C83-B7DF-B5F9F1BC4A72}" srcOrd="0" destOrd="0" presId="urn:microsoft.com/office/officeart/2018/2/layout/IconVerticalSolidList"/>
    <dgm:cxn modelId="{704B2F63-5563-D64E-952E-122E1A9315E7}" type="presOf" srcId="{DACC9009-0D56-4F17-92BD-53420DAFCCEE}" destId="{28561E02-AF9C-469E-87CE-A83C759372AA}" srcOrd="0" destOrd="0" presId="urn:microsoft.com/office/officeart/2018/2/layout/IconVerticalSolidList"/>
    <dgm:cxn modelId="{B5762B73-BF3E-4625-A626-42FFCE09053B}" srcId="{DACC9009-0D56-4F17-92BD-53420DAFCCEE}" destId="{592FAB96-DB9F-4F30-BCFF-525FE5F096F8}" srcOrd="0" destOrd="0" parTransId="{E3035022-CA61-4024-BF0A-4A7AEF6C05D1}" sibTransId="{EC17795D-3862-4E6E-98B3-5B84ABECE908}"/>
    <dgm:cxn modelId="{3120E1B1-45F1-124F-A443-F9DBFD735F96}" type="presOf" srcId="{592FAB96-DB9F-4F30-BCFF-525FE5F096F8}" destId="{05D5E69C-1F93-475C-845D-CB4EBB03A032}" srcOrd="0" destOrd="0" presId="urn:microsoft.com/office/officeart/2018/2/layout/IconVerticalSolidList"/>
    <dgm:cxn modelId="{CE8D63D7-EA9D-44F2-A7F8-EE0849FDC99C}" srcId="{DACC9009-0D56-4F17-92BD-53420DAFCCEE}" destId="{193A7B5D-6633-4860-A0D9-4A5D221A6A98}" srcOrd="2" destOrd="0" parTransId="{BDDB4971-C9EE-4F95-9ADA-2330450C217D}" sibTransId="{21F85C7B-AFE8-4D4C-8226-5A503DD1BDB8}"/>
    <dgm:cxn modelId="{517708EA-F161-3B45-BC73-36B8F38204B7}" type="presParOf" srcId="{28561E02-AF9C-469E-87CE-A83C759372AA}" destId="{331482DF-21E1-400D-AA1C-3226D4FE17D7}" srcOrd="0" destOrd="0" presId="urn:microsoft.com/office/officeart/2018/2/layout/IconVerticalSolidList"/>
    <dgm:cxn modelId="{1EFCF8CB-DD73-604E-9E61-48FF40C3833D}" type="presParOf" srcId="{331482DF-21E1-400D-AA1C-3226D4FE17D7}" destId="{7E86B3E8-2A0B-4BA0-B500-BB8FF5649A71}" srcOrd="0" destOrd="0" presId="urn:microsoft.com/office/officeart/2018/2/layout/IconVerticalSolidList"/>
    <dgm:cxn modelId="{8BFB8EFE-0466-554E-95DA-42A1652D2A2E}" type="presParOf" srcId="{331482DF-21E1-400D-AA1C-3226D4FE17D7}" destId="{ADEB1BD7-2BCB-40C0-A029-00C0D8966B4B}" srcOrd="1" destOrd="0" presId="urn:microsoft.com/office/officeart/2018/2/layout/IconVerticalSolidList"/>
    <dgm:cxn modelId="{4F87FA85-06D1-6246-9579-FE31215091ED}" type="presParOf" srcId="{331482DF-21E1-400D-AA1C-3226D4FE17D7}" destId="{396CCFE9-285C-4926-8BED-B1FB2D00B384}" srcOrd="2" destOrd="0" presId="urn:microsoft.com/office/officeart/2018/2/layout/IconVerticalSolidList"/>
    <dgm:cxn modelId="{11BC6C8B-733A-FD45-A24B-868A900C8313}" type="presParOf" srcId="{331482DF-21E1-400D-AA1C-3226D4FE17D7}" destId="{05D5E69C-1F93-475C-845D-CB4EBB03A032}" srcOrd="3" destOrd="0" presId="urn:microsoft.com/office/officeart/2018/2/layout/IconVerticalSolidList"/>
    <dgm:cxn modelId="{2877E048-1CE2-814D-A7EE-34509AEFA3E7}" type="presParOf" srcId="{28561E02-AF9C-469E-87CE-A83C759372AA}" destId="{F5350C58-72E0-48B4-AF4F-AC3C1E1BA327}" srcOrd="1" destOrd="0" presId="urn:microsoft.com/office/officeart/2018/2/layout/IconVerticalSolidList"/>
    <dgm:cxn modelId="{D90FE3EC-8A00-094D-A64F-A22031C8EA3D}" type="presParOf" srcId="{28561E02-AF9C-469E-87CE-A83C759372AA}" destId="{9C732B5F-1071-4E16-8AE9-564F6DFABE80}" srcOrd="2" destOrd="0" presId="urn:microsoft.com/office/officeart/2018/2/layout/IconVerticalSolidList"/>
    <dgm:cxn modelId="{8A860B74-3D15-B04A-89C9-47C7A0F5B284}" type="presParOf" srcId="{9C732B5F-1071-4E16-8AE9-564F6DFABE80}" destId="{31F516BF-F5FB-4645-8751-13E9A9C930B9}" srcOrd="0" destOrd="0" presId="urn:microsoft.com/office/officeart/2018/2/layout/IconVerticalSolidList"/>
    <dgm:cxn modelId="{06FAF4ED-262B-D142-B353-6275A5756698}" type="presParOf" srcId="{9C732B5F-1071-4E16-8AE9-564F6DFABE80}" destId="{59621E50-08DF-4161-A11D-243687465FE9}" srcOrd="1" destOrd="0" presId="urn:microsoft.com/office/officeart/2018/2/layout/IconVerticalSolidList"/>
    <dgm:cxn modelId="{9F45F4C4-3286-0543-8798-DD8D8BDE0E96}" type="presParOf" srcId="{9C732B5F-1071-4E16-8AE9-564F6DFABE80}" destId="{1959B236-4579-470C-A7C9-6B4AB1F59E95}" srcOrd="2" destOrd="0" presId="urn:microsoft.com/office/officeart/2018/2/layout/IconVerticalSolidList"/>
    <dgm:cxn modelId="{DB1ACC1E-FB72-C149-95F3-EB26675E3CB5}" type="presParOf" srcId="{9C732B5F-1071-4E16-8AE9-564F6DFABE80}" destId="{4D536844-174F-4C83-B7DF-B5F9F1BC4A72}" srcOrd="3" destOrd="0" presId="urn:microsoft.com/office/officeart/2018/2/layout/IconVerticalSolidList"/>
    <dgm:cxn modelId="{5715C6B7-A274-B544-8AE7-7F4D116ABE90}" type="presParOf" srcId="{28561E02-AF9C-469E-87CE-A83C759372AA}" destId="{3FCE42DE-6726-4BF9-8447-DF688BE1EC51}" srcOrd="3" destOrd="0" presId="urn:microsoft.com/office/officeart/2018/2/layout/IconVerticalSolidList"/>
    <dgm:cxn modelId="{2936DB7F-00CC-8C4D-86AA-31FFADCDC5E4}" type="presParOf" srcId="{28561E02-AF9C-469E-87CE-A83C759372AA}" destId="{E334F83F-D0F3-4AFA-BDB9-C22311344939}" srcOrd="4" destOrd="0" presId="urn:microsoft.com/office/officeart/2018/2/layout/IconVerticalSolidList"/>
    <dgm:cxn modelId="{3C007BEE-3927-3748-9029-445406AF5518}" type="presParOf" srcId="{E334F83F-D0F3-4AFA-BDB9-C22311344939}" destId="{1303724A-1AF0-4658-9F25-33C676ADA8FA}" srcOrd="0" destOrd="0" presId="urn:microsoft.com/office/officeart/2018/2/layout/IconVerticalSolidList"/>
    <dgm:cxn modelId="{8D27B61A-5276-B74F-AEC1-926F8949C49A}" type="presParOf" srcId="{E334F83F-D0F3-4AFA-BDB9-C22311344939}" destId="{48B33978-4985-45CC-A701-66C47B627ED3}" srcOrd="1" destOrd="0" presId="urn:microsoft.com/office/officeart/2018/2/layout/IconVerticalSolidList"/>
    <dgm:cxn modelId="{941D45B4-FE2F-A34A-8823-02F87DBA22C0}" type="presParOf" srcId="{E334F83F-D0F3-4AFA-BDB9-C22311344939}" destId="{B493F3F1-ADD2-4120-85E3-C52D70F65D41}" srcOrd="2" destOrd="0" presId="urn:microsoft.com/office/officeart/2018/2/layout/IconVerticalSolidList"/>
    <dgm:cxn modelId="{B763F74C-A365-D54A-8309-990606E3A1D6}" type="presParOf" srcId="{E334F83F-D0F3-4AFA-BDB9-C22311344939}" destId="{C32D3191-8BA8-493D-A929-E2B6D5D42FA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D17D109F-78F4-40EE-BDD7-8E3B611D1334}"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08255859-DF77-483B-B86B-1C26FD935ADB}">
      <dgm:prSet/>
      <dgm:spPr/>
      <dgm:t>
        <a:bodyPr/>
        <a:lstStyle/>
        <a:p>
          <a:r>
            <a:rPr lang="en-IN" b="1"/>
            <a:t>Feature engineering</a:t>
          </a:r>
          <a:r>
            <a:rPr lang="en-IN"/>
            <a:t>—including derived ratios, vehicle age, and interaction features—helped capture complex patterns relevant to fraud detection.</a:t>
          </a:r>
          <a:endParaRPr lang="en-US"/>
        </a:p>
      </dgm:t>
    </dgm:pt>
    <dgm:pt modelId="{A9261DFE-292A-46A1-AF0E-AFA0F51221AD}" type="parTrans" cxnId="{37239112-39D5-4D8C-8CE2-9246BD7AEF23}">
      <dgm:prSet/>
      <dgm:spPr/>
      <dgm:t>
        <a:bodyPr/>
        <a:lstStyle/>
        <a:p>
          <a:endParaRPr lang="en-US"/>
        </a:p>
      </dgm:t>
    </dgm:pt>
    <dgm:pt modelId="{BF5CD835-3041-4DA9-9850-B6786F73C6F0}" type="sibTrans" cxnId="{37239112-39D5-4D8C-8CE2-9246BD7AEF23}">
      <dgm:prSet/>
      <dgm:spPr/>
      <dgm:t>
        <a:bodyPr/>
        <a:lstStyle/>
        <a:p>
          <a:endParaRPr lang="en-US"/>
        </a:p>
      </dgm:t>
    </dgm:pt>
    <dgm:pt modelId="{2E487DC7-1D1F-42AB-962D-E5BACE8770F2}">
      <dgm:prSet/>
      <dgm:spPr/>
      <dgm:t>
        <a:bodyPr/>
        <a:lstStyle/>
        <a:p>
          <a:r>
            <a:rPr lang="en-IN" b="1"/>
            <a:t>Combining rare categorical levels</a:t>
          </a:r>
          <a:r>
            <a:rPr lang="en-IN"/>
            <a:t> and removing highly unique identifiers improved model generalizability and prevented overfitting.</a:t>
          </a:r>
          <a:endParaRPr lang="en-US"/>
        </a:p>
      </dgm:t>
    </dgm:pt>
    <dgm:pt modelId="{516AB80A-8A5D-491F-967F-8CD128658F64}" type="parTrans" cxnId="{48F5E288-D326-4456-B9E4-D9A28D5E0717}">
      <dgm:prSet/>
      <dgm:spPr/>
      <dgm:t>
        <a:bodyPr/>
        <a:lstStyle/>
        <a:p>
          <a:endParaRPr lang="en-US"/>
        </a:p>
      </dgm:t>
    </dgm:pt>
    <dgm:pt modelId="{164207A9-E28B-43DA-A4F0-7F13E9E01E3F}" type="sibTrans" cxnId="{48F5E288-D326-4456-B9E4-D9A28D5E0717}">
      <dgm:prSet/>
      <dgm:spPr/>
      <dgm:t>
        <a:bodyPr/>
        <a:lstStyle/>
        <a:p>
          <a:endParaRPr lang="en-US"/>
        </a:p>
      </dgm:t>
    </dgm:pt>
    <dgm:pt modelId="{519594E8-86BA-439B-AD37-DCA771E8CBDE}">
      <dgm:prSet/>
      <dgm:spPr/>
      <dgm:t>
        <a:bodyPr/>
        <a:lstStyle/>
        <a:p>
          <a:r>
            <a:rPr lang="en-IN"/>
            <a:t>The optimal cutoff for classifying claims was determined through ROC and precision-recall analysis, ensuring a balanced tradeoff between catching fraud and minimizing false alarms.</a:t>
          </a:r>
          <a:endParaRPr lang="en-US"/>
        </a:p>
      </dgm:t>
    </dgm:pt>
    <dgm:pt modelId="{BC62CF18-E98B-4719-8E2F-76AF89E10EF6}" type="parTrans" cxnId="{F86C93A0-9B0B-4008-8C0C-E018AC1AA716}">
      <dgm:prSet/>
      <dgm:spPr/>
      <dgm:t>
        <a:bodyPr/>
        <a:lstStyle/>
        <a:p>
          <a:endParaRPr lang="en-US"/>
        </a:p>
      </dgm:t>
    </dgm:pt>
    <dgm:pt modelId="{12719DC7-2940-4432-96BD-46608A2DC5D8}" type="sibTrans" cxnId="{F86C93A0-9B0B-4008-8C0C-E018AC1AA716}">
      <dgm:prSet/>
      <dgm:spPr/>
      <dgm:t>
        <a:bodyPr/>
        <a:lstStyle/>
        <a:p>
          <a:endParaRPr lang="en-US"/>
        </a:p>
      </dgm:t>
    </dgm:pt>
    <dgm:pt modelId="{986FC19E-739F-634F-B8F9-8550F4F2241A}" type="pres">
      <dgm:prSet presAssocID="{D17D109F-78F4-40EE-BDD7-8E3B611D1334}" presName="linear" presStyleCnt="0">
        <dgm:presLayoutVars>
          <dgm:animLvl val="lvl"/>
          <dgm:resizeHandles val="exact"/>
        </dgm:presLayoutVars>
      </dgm:prSet>
      <dgm:spPr/>
    </dgm:pt>
    <dgm:pt modelId="{FD9BF8AC-E1F6-D14E-A814-FA08944F9707}" type="pres">
      <dgm:prSet presAssocID="{08255859-DF77-483B-B86B-1C26FD935ADB}" presName="parentText" presStyleLbl="node1" presStyleIdx="0" presStyleCnt="3">
        <dgm:presLayoutVars>
          <dgm:chMax val="0"/>
          <dgm:bulletEnabled val="1"/>
        </dgm:presLayoutVars>
      </dgm:prSet>
      <dgm:spPr/>
    </dgm:pt>
    <dgm:pt modelId="{D663C573-6FE1-654F-89DE-299195F2D411}" type="pres">
      <dgm:prSet presAssocID="{BF5CD835-3041-4DA9-9850-B6786F73C6F0}" presName="spacer" presStyleCnt="0"/>
      <dgm:spPr/>
    </dgm:pt>
    <dgm:pt modelId="{E89ED0F1-9A36-4F4A-A479-34A2C3F7630E}" type="pres">
      <dgm:prSet presAssocID="{2E487DC7-1D1F-42AB-962D-E5BACE8770F2}" presName="parentText" presStyleLbl="node1" presStyleIdx="1" presStyleCnt="3">
        <dgm:presLayoutVars>
          <dgm:chMax val="0"/>
          <dgm:bulletEnabled val="1"/>
        </dgm:presLayoutVars>
      </dgm:prSet>
      <dgm:spPr/>
    </dgm:pt>
    <dgm:pt modelId="{5BB46E58-BC42-E64B-BD13-561B5C827B22}" type="pres">
      <dgm:prSet presAssocID="{164207A9-E28B-43DA-A4F0-7F13E9E01E3F}" presName="spacer" presStyleCnt="0"/>
      <dgm:spPr/>
    </dgm:pt>
    <dgm:pt modelId="{BF7A9405-4305-0E49-8F5B-B7EC5B830336}" type="pres">
      <dgm:prSet presAssocID="{519594E8-86BA-439B-AD37-DCA771E8CBDE}" presName="parentText" presStyleLbl="node1" presStyleIdx="2" presStyleCnt="3">
        <dgm:presLayoutVars>
          <dgm:chMax val="0"/>
          <dgm:bulletEnabled val="1"/>
        </dgm:presLayoutVars>
      </dgm:prSet>
      <dgm:spPr/>
    </dgm:pt>
  </dgm:ptLst>
  <dgm:cxnLst>
    <dgm:cxn modelId="{D0976E0F-4F86-1743-AB71-277193CEABFD}" type="presOf" srcId="{08255859-DF77-483B-B86B-1C26FD935ADB}" destId="{FD9BF8AC-E1F6-D14E-A814-FA08944F9707}" srcOrd="0" destOrd="0" presId="urn:microsoft.com/office/officeart/2005/8/layout/vList2"/>
    <dgm:cxn modelId="{37239112-39D5-4D8C-8CE2-9246BD7AEF23}" srcId="{D17D109F-78F4-40EE-BDD7-8E3B611D1334}" destId="{08255859-DF77-483B-B86B-1C26FD935ADB}" srcOrd="0" destOrd="0" parTransId="{A9261DFE-292A-46A1-AF0E-AFA0F51221AD}" sibTransId="{BF5CD835-3041-4DA9-9850-B6786F73C6F0}"/>
    <dgm:cxn modelId="{AA145318-FB66-2444-AC89-9E3E3600B63F}" type="presOf" srcId="{2E487DC7-1D1F-42AB-962D-E5BACE8770F2}" destId="{E89ED0F1-9A36-4F4A-A479-34A2C3F7630E}" srcOrd="0" destOrd="0" presId="urn:microsoft.com/office/officeart/2005/8/layout/vList2"/>
    <dgm:cxn modelId="{9B440386-17B5-124E-860C-6ACD65651E3D}" type="presOf" srcId="{D17D109F-78F4-40EE-BDD7-8E3B611D1334}" destId="{986FC19E-739F-634F-B8F9-8550F4F2241A}" srcOrd="0" destOrd="0" presId="urn:microsoft.com/office/officeart/2005/8/layout/vList2"/>
    <dgm:cxn modelId="{48F5E288-D326-4456-B9E4-D9A28D5E0717}" srcId="{D17D109F-78F4-40EE-BDD7-8E3B611D1334}" destId="{2E487DC7-1D1F-42AB-962D-E5BACE8770F2}" srcOrd="1" destOrd="0" parTransId="{516AB80A-8A5D-491F-967F-8CD128658F64}" sibTransId="{164207A9-E28B-43DA-A4F0-7F13E9E01E3F}"/>
    <dgm:cxn modelId="{D439AD99-8FDF-D142-8B4A-941A1F6F4F43}" type="presOf" srcId="{519594E8-86BA-439B-AD37-DCA771E8CBDE}" destId="{BF7A9405-4305-0E49-8F5B-B7EC5B830336}" srcOrd="0" destOrd="0" presId="urn:microsoft.com/office/officeart/2005/8/layout/vList2"/>
    <dgm:cxn modelId="{F86C93A0-9B0B-4008-8C0C-E018AC1AA716}" srcId="{D17D109F-78F4-40EE-BDD7-8E3B611D1334}" destId="{519594E8-86BA-439B-AD37-DCA771E8CBDE}" srcOrd="2" destOrd="0" parTransId="{BC62CF18-E98B-4719-8E2F-76AF89E10EF6}" sibTransId="{12719DC7-2940-4432-96BD-46608A2DC5D8}"/>
    <dgm:cxn modelId="{30A2E018-DFA1-BD42-825D-9B86F318100B}" type="presParOf" srcId="{986FC19E-739F-634F-B8F9-8550F4F2241A}" destId="{FD9BF8AC-E1F6-D14E-A814-FA08944F9707}" srcOrd="0" destOrd="0" presId="urn:microsoft.com/office/officeart/2005/8/layout/vList2"/>
    <dgm:cxn modelId="{6FC14B43-39C5-5A4B-AC2A-6A7B50921A62}" type="presParOf" srcId="{986FC19E-739F-634F-B8F9-8550F4F2241A}" destId="{D663C573-6FE1-654F-89DE-299195F2D411}" srcOrd="1" destOrd="0" presId="urn:microsoft.com/office/officeart/2005/8/layout/vList2"/>
    <dgm:cxn modelId="{B35DE091-5A84-9142-A666-A37A41665F60}" type="presParOf" srcId="{986FC19E-739F-634F-B8F9-8550F4F2241A}" destId="{E89ED0F1-9A36-4F4A-A479-34A2C3F7630E}" srcOrd="2" destOrd="0" presId="urn:microsoft.com/office/officeart/2005/8/layout/vList2"/>
    <dgm:cxn modelId="{2C709FB5-D2F3-8345-9EF6-4652425340F5}" type="presParOf" srcId="{986FC19E-739F-634F-B8F9-8550F4F2241A}" destId="{5BB46E58-BC42-E64B-BD13-561B5C827B22}" srcOrd="3" destOrd="0" presId="urn:microsoft.com/office/officeart/2005/8/layout/vList2"/>
    <dgm:cxn modelId="{7AEB41DC-CE33-F842-B1AF-E98E6505688F}" type="presParOf" srcId="{986FC19E-739F-634F-B8F9-8550F4F2241A}" destId="{BF7A9405-4305-0E49-8F5B-B7EC5B83033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CB097678-95F6-4E03-B05C-6D81B0B806E4}"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9EA4225F-5234-4CB7-A892-454114F83228}">
      <dgm:prSet/>
      <dgm:spPr/>
      <dgm:t>
        <a:bodyPr/>
        <a:lstStyle/>
        <a:p>
          <a:r>
            <a:rPr lang="en-IN"/>
            <a:t>The </a:t>
          </a:r>
          <a:r>
            <a:rPr lang="en-IN" b="1"/>
            <a:t>Logistic Regression model</a:t>
          </a:r>
          <a:r>
            <a:rPr lang="en-IN"/>
            <a:t> slightly outperformed the Random Forest in terms of recall and F1-score on validation data, making it a suitable choice for scenarios where missing fraudulent claims is especially costly.</a:t>
          </a:r>
          <a:endParaRPr lang="en-US"/>
        </a:p>
      </dgm:t>
    </dgm:pt>
    <dgm:pt modelId="{03333689-4E4E-4BB4-9DAF-96704B124FDB}" type="parTrans" cxnId="{C3006E0D-E1FA-46FD-955C-FD99A6971FC4}">
      <dgm:prSet/>
      <dgm:spPr/>
      <dgm:t>
        <a:bodyPr/>
        <a:lstStyle/>
        <a:p>
          <a:endParaRPr lang="en-US"/>
        </a:p>
      </dgm:t>
    </dgm:pt>
    <dgm:pt modelId="{7E8854E9-1F90-4481-86F1-2E7932788519}" type="sibTrans" cxnId="{C3006E0D-E1FA-46FD-955C-FD99A6971FC4}">
      <dgm:prSet/>
      <dgm:spPr/>
      <dgm:t>
        <a:bodyPr/>
        <a:lstStyle/>
        <a:p>
          <a:endParaRPr lang="en-US"/>
        </a:p>
      </dgm:t>
    </dgm:pt>
    <dgm:pt modelId="{35301F90-4E18-4D05-BB03-B2A4653CB9B1}">
      <dgm:prSet/>
      <dgm:spPr/>
      <dgm:t>
        <a:bodyPr/>
        <a:lstStyle/>
        <a:p>
          <a:r>
            <a:rPr lang="en-IN"/>
            <a:t>However, both models demonstrated strong and reliable performance and can be used together in an ensemble or layered approach for real-world deployment.</a:t>
          </a:r>
          <a:endParaRPr lang="en-US"/>
        </a:p>
      </dgm:t>
    </dgm:pt>
    <dgm:pt modelId="{CD824C2A-F376-4A62-B18E-B115D995B343}" type="parTrans" cxnId="{F2C97C25-9D43-495E-A2D1-0BD885199FA6}">
      <dgm:prSet/>
      <dgm:spPr/>
      <dgm:t>
        <a:bodyPr/>
        <a:lstStyle/>
        <a:p>
          <a:endParaRPr lang="en-US"/>
        </a:p>
      </dgm:t>
    </dgm:pt>
    <dgm:pt modelId="{1AAE0448-49A4-48F1-838D-9688681B7889}" type="sibTrans" cxnId="{F2C97C25-9D43-495E-A2D1-0BD885199FA6}">
      <dgm:prSet/>
      <dgm:spPr/>
      <dgm:t>
        <a:bodyPr/>
        <a:lstStyle/>
        <a:p>
          <a:endParaRPr lang="en-US"/>
        </a:p>
      </dgm:t>
    </dgm:pt>
    <dgm:pt modelId="{7D14DADF-A787-4F4F-A090-D764DCD1E01C}">
      <dgm:prSet/>
      <dgm:spPr/>
      <dgm:t>
        <a:bodyPr/>
        <a:lstStyle/>
        <a:p>
          <a:r>
            <a:rPr lang="en-IN"/>
            <a:t>Regular monitoring and retraining are recommended as fraud patterns may evolve over time.</a:t>
          </a:r>
          <a:endParaRPr lang="en-US"/>
        </a:p>
      </dgm:t>
    </dgm:pt>
    <dgm:pt modelId="{94864F1D-1C23-495A-B72B-F9A0FF11B195}" type="parTrans" cxnId="{1268D9AD-0FF4-4D3F-A810-9F456858C3B6}">
      <dgm:prSet/>
      <dgm:spPr/>
      <dgm:t>
        <a:bodyPr/>
        <a:lstStyle/>
        <a:p>
          <a:endParaRPr lang="en-US"/>
        </a:p>
      </dgm:t>
    </dgm:pt>
    <dgm:pt modelId="{D523E765-0181-4EF6-A7AA-7DEBD8F194D2}" type="sibTrans" cxnId="{1268D9AD-0FF4-4D3F-A810-9F456858C3B6}">
      <dgm:prSet/>
      <dgm:spPr/>
      <dgm:t>
        <a:bodyPr/>
        <a:lstStyle/>
        <a:p>
          <a:endParaRPr lang="en-US"/>
        </a:p>
      </dgm:t>
    </dgm:pt>
    <dgm:pt modelId="{22ADE641-93B6-484F-BFF7-D67D080AC820}" type="pres">
      <dgm:prSet presAssocID="{CB097678-95F6-4E03-B05C-6D81B0B806E4}" presName="hierChild1" presStyleCnt="0">
        <dgm:presLayoutVars>
          <dgm:chPref val="1"/>
          <dgm:dir/>
          <dgm:animOne val="branch"/>
          <dgm:animLvl val="lvl"/>
          <dgm:resizeHandles/>
        </dgm:presLayoutVars>
      </dgm:prSet>
      <dgm:spPr/>
    </dgm:pt>
    <dgm:pt modelId="{62DDF682-CCE9-6E41-9161-7489DD1780AC}" type="pres">
      <dgm:prSet presAssocID="{9EA4225F-5234-4CB7-A892-454114F83228}" presName="hierRoot1" presStyleCnt="0"/>
      <dgm:spPr/>
    </dgm:pt>
    <dgm:pt modelId="{9F91C504-9F7F-E246-B7D6-AFEB58A97F85}" type="pres">
      <dgm:prSet presAssocID="{9EA4225F-5234-4CB7-A892-454114F83228}" presName="composite" presStyleCnt="0"/>
      <dgm:spPr/>
    </dgm:pt>
    <dgm:pt modelId="{FDBF664A-0A52-5E43-A602-717650F0D41E}" type="pres">
      <dgm:prSet presAssocID="{9EA4225F-5234-4CB7-A892-454114F83228}" presName="background" presStyleLbl="node0" presStyleIdx="0" presStyleCnt="3"/>
      <dgm:spPr/>
    </dgm:pt>
    <dgm:pt modelId="{AB790230-C662-5243-9742-E7C76F4F9E98}" type="pres">
      <dgm:prSet presAssocID="{9EA4225F-5234-4CB7-A892-454114F83228}" presName="text" presStyleLbl="fgAcc0" presStyleIdx="0" presStyleCnt="3">
        <dgm:presLayoutVars>
          <dgm:chPref val="3"/>
        </dgm:presLayoutVars>
      </dgm:prSet>
      <dgm:spPr/>
    </dgm:pt>
    <dgm:pt modelId="{9EF36681-8561-BD49-B8F5-9D1FB3B270DC}" type="pres">
      <dgm:prSet presAssocID="{9EA4225F-5234-4CB7-A892-454114F83228}" presName="hierChild2" presStyleCnt="0"/>
      <dgm:spPr/>
    </dgm:pt>
    <dgm:pt modelId="{93D7EDAE-6A90-D54C-B7B1-8FA91789F6B4}" type="pres">
      <dgm:prSet presAssocID="{35301F90-4E18-4D05-BB03-B2A4653CB9B1}" presName="hierRoot1" presStyleCnt="0"/>
      <dgm:spPr/>
    </dgm:pt>
    <dgm:pt modelId="{67DCCCBB-5E22-DD4C-9E9F-7F8584A4D4F8}" type="pres">
      <dgm:prSet presAssocID="{35301F90-4E18-4D05-BB03-B2A4653CB9B1}" presName="composite" presStyleCnt="0"/>
      <dgm:spPr/>
    </dgm:pt>
    <dgm:pt modelId="{53A85DF4-AD24-D74E-B3C4-24B6728BEDDA}" type="pres">
      <dgm:prSet presAssocID="{35301F90-4E18-4D05-BB03-B2A4653CB9B1}" presName="background" presStyleLbl="node0" presStyleIdx="1" presStyleCnt="3"/>
      <dgm:spPr/>
    </dgm:pt>
    <dgm:pt modelId="{C22CBA1F-41C2-E547-BA37-D14E4CA98018}" type="pres">
      <dgm:prSet presAssocID="{35301F90-4E18-4D05-BB03-B2A4653CB9B1}" presName="text" presStyleLbl="fgAcc0" presStyleIdx="1" presStyleCnt="3">
        <dgm:presLayoutVars>
          <dgm:chPref val="3"/>
        </dgm:presLayoutVars>
      </dgm:prSet>
      <dgm:spPr/>
    </dgm:pt>
    <dgm:pt modelId="{E607BC24-FB62-5E43-939A-3A235685C77F}" type="pres">
      <dgm:prSet presAssocID="{35301F90-4E18-4D05-BB03-B2A4653CB9B1}" presName="hierChild2" presStyleCnt="0"/>
      <dgm:spPr/>
    </dgm:pt>
    <dgm:pt modelId="{1FCE2D62-C505-9D4F-B805-E4C4FE48C413}" type="pres">
      <dgm:prSet presAssocID="{7D14DADF-A787-4F4F-A090-D764DCD1E01C}" presName="hierRoot1" presStyleCnt="0"/>
      <dgm:spPr/>
    </dgm:pt>
    <dgm:pt modelId="{2FD71F66-F52F-BE42-8D97-EF7DACD356E7}" type="pres">
      <dgm:prSet presAssocID="{7D14DADF-A787-4F4F-A090-D764DCD1E01C}" presName="composite" presStyleCnt="0"/>
      <dgm:spPr/>
    </dgm:pt>
    <dgm:pt modelId="{B2CB8B63-1784-614E-84D3-4D51298487A7}" type="pres">
      <dgm:prSet presAssocID="{7D14DADF-A787-4F4F-A090-D764DCD1E01C}" presName="background" presStyleLbl="node0" presStyleIdx="2" presStyleCnt="3"/>
      <dgm:spPr/>
    </dgm:pt>
    <dgm:pt modelId="{D1E7B412-95F8-8C46-B824-5B70D827EAEF}" type="pres">
      <dgm:prSet presAssocID="{7D14DADF-A787-4F4F-A090-D764DCD1E01C}" presName="text" presStyleLbl="fgAcc0" presStyleIdx="2" presStyleCnt="3">
        <dgm:presLayoutVars>
          <dgm:chPref val="3"/>
        </dgm:presLayoutVars>
      </dgm:prSet>
      <dgm:spPr/>
    </dgm:pt>
    <dgm:pt modelId="{989C79A4-843C-8645-B89C-F1F6A756E2DB}" type="pres">
      <dgm:prSet presAssocID="{7D14DADF-A787-4F4F-A090-D764DCD1E01C}" presName="hierChild2" presStyleCnt="0"/>
      <dgm:spPr/>
    </dgm:pt>
  </dgm:ptLst>
  <dgm:cxnLst>
    <dgm:cxn modelId="{C3006E0D-E1FA-46FD-955C-FD99A6971FC4}" srcId="{CB097678-95F6-4E03-B05C-6D81B0B806E4}" destId="{9EA4225F-5234-4CB7-A892-454114F83228}" srcOrd="0" destOrd="0" parTransId="{03333689-4E4E-4BB4-9DAF-96704B124FDB}" sibTransId="{7E8854E9-1F90-4481-86F1-2E7932788519}"/>
    <dgm:cxn modelId="{F2C97C25-9D43-495E-A2D1-0BD885199FA6}" srcId="{CB097678-95F6-4E03-B05C-6D81B0B806E4}" destId="{35301F90-4E18-4D05-BB03-B2A4653CB9B1}" srcOrd="1" destOrd="0" parTransId="{CD824C2A-F376-4A62-B18E-B115D995B343}" sibTransId="{1AAE0448-49A4-48F1-838D-9688681B7889}"/>
    <dgm:cxn modelId="{2AC72636-BE5F-C549-9EFE-DF7B8D1F93E0}" type="presOf" srcId="{7D14DADF-A787-4F4F-A090-D764DCD1E01C}" destId="{D1E7B412-95F8-8C46-B824-5B70D827EAEF}" srcOrd="0" destOrd="0" presId="urn:microsoft.com/office/officeart/2005/8/layout/hierarchy1"/>
    <dgm:cxn modelId="{A5B9C850-E5C2-5349-9644-E3C443292354}" type="presOf" srcId="{35301F90-4E18-4D05-BB03-B2A4653CB9B1}" destId="{C22CBA1F-41C2-E547-BA37-D14E4CA98018}" srcOrd="0" destOrd="0" presId="urn:microsoft.com/office/officeart/2005/8/layout/hierarchy1"/>
    <dgm:cxn modelId="{C3AC339B-6888-5346-9F92-030710E968A2}" type="presOf" srcId="{CB097678-95F6-4E03-B05C-6D81B0B806E4}" destId="{22ADE641-93B6-484F-BFF7-D67D080AC820}" srcOrd="0" destOrd="0" presId="urn:microsoft.com/office/officeart/2005/8/layout/hierarchy1"/>
    <dgm:cxn modelId="{1268D9AD-0FF4-4D3F-A810-9F456858C3B6}" srcId="{CB097678-95F6-4E03-B05C-6D81B0B806E4}" destId="{7D14DADF-A787-4F4F-A090-D764DCD1E01C}" srcOrd="2" destOrd="0" parTransId="{94864F1D-1C23-495A-B72B-F9A0FF11B195}" sibTransId="{D523E765-0181-4EF6-A7AA-7DEBD8F194D2}"/>
    <dgm:cxn modelId="{2D680BE5-4B1A-684D-9329-CF068EC0D5B0}" type="presOf" srcId="{9EA4225F-5234-4CB7-A892-454114F83228}" destId="{AB790230-C662-5243-9742-E7C76F4F9E98}" srcOrd="0" destOrd="0" presId="urn:microsoft.com/office/officeart/2005/8/layout/hierarchy1"/>
    <dgm:cxn modelId="{1B5A4A5A-1DA5-AF4E-B9D0-8EEE634AFD50}" type="presParOf" srcId="{22ADE641-93B6-484F-BFF7-D67D080AC820}" destId="{62DDF682-CCE9-6E41-9161-7489DD1780AC}" srcOrd="0" destOrd="0" presId="urn:microsoft.com/office/officeart/2005/8/layout/hierarchy1"/>
    <dgm:cxn modelId="{0B9C255F-C939-C040-9F50-C26F9D6FD310}" type="presParOf" srcId="{62DDF682-CCE9-6E41-9161-7489DD1780AC}" destId="{9F91C504-9F7F-E246-B7D6-AFEB58A97F85}" srcOrd="0" destOrd="0" presId="urn:microsoft.com/office/officeart/2005/8/layout/hierarchy1"/>
    <dgm:cxn modelId="{0E8A6447-0D1F-194C-8D53-7D896ECEA57C}" type="presParOf" srcId="{9F91C504-9F7F-E246-B7D6-AFEB58A97F85}" destId="{FDBF664A-0A52-5E43-A602-717650F0D41E}" srcOrd="0" destOrd="0" presId="urn:microsoft.com/office/officeart/2005/8/layout/hierarchy1"/>
    <dgm:cxn modelId="{AE345B30-ECB4-1943-9CBF-D64C77448395}" type="presParOf" srcId="{9F91C504-9F7F-E246-B7D6-AFEB58A97F85}" destId="{AB790230-C662-5243-9742-E7C76F4F9E98}" srcOrd="1" destOrd="0" presId="urn:microsoft.com/office/officeart/2005/8/layout/hierarchy1"/>
    <dgm:cxn modelId="{B1F76A71-0444-6B4B-BEE0-547403C99584}" type="presParOf" srcId="{62DDF682-CCE9-6E41-9161-7489DD1780AC}" destId="{9EF36681-8561-BD49-B8F5-9D1FB3B270DC}" srcOrd="1" destOrd="0" presId="urn:microsoft.com/office/officeart/2005/8/layout/hierarchy1"/>
    <dgm:cxn modelId="{37C25A87-367A-544A-908E-FC9BE47A4BEA}" type="presParOf" srcId="{22ADE641-93B6-484F-BFF7-D67D080AC820}" destId="{93D7EDAE-6A90-D54C-B7B1-8FA91789F6B4}" srcOrd="1" destOrd="0" presId="urn:microsoft.com/office/officeart/2005/8/layout/hierarchy1"/>
    <dgm:cxn modelId="{58DF1799-3FD4-074F-8B29-74E12D85A675}" type="presParOf" srcId="{93D7EDAE-6A90-D54C-B7B1-8FA91789F6B4}" destId="{67DCCCBB-5E22-DD4C-9E9F-7F8584A4D4F8}" srcOrd="0" destOrd="0" presId="urn:microsoft.com/office/officeart/2005/8/layout/hierarchy1"/>
    <dgm:cxn modelId="{9A2C798D-2FA9-C843-9404-BF984CB545D0}" type="presParOf" srcId="{67DCCCBB-5E22-DD4C-9E9F-7F8584A4D4F8}" destId="{53A85DF4-AD24-D74E-B3C4-24B6728BEDDA}" srcOrd="0" destOrd="0" presId="urn:microsoft.com/office/officeart/2005/8/layout/hierarchy1"/>
    <dgm:cxn modelId="{1F1B516D-31D0-9A4D-AB7F-1ABE97818616}" type="presParOf" srcId="{67DCCCBB-5E22-DD4C-9E9F-7F8584A4D4F8}" destId="{C22CBA1F-41C2-E547-BA37-D14E4CA98018}" srcOrd="1" destOrd="0" presId="urn:microsoft.com/office/officeart/2005/8/layout/hierarchy1"/>
    <dgm:cxn modelId="{4DA91FA8-046E-8A40-AA4E-E14C90EEA889}" type="presParOf" srcId="{93D7EDAE-6A90-D54C-B7B1-8FA91789F6B4}" destId="{E607BC24-FB62-5E43-939A-3A235685C77F}" srcOrd="1" destOrd="0" presId="urn:microsoft.com/office/officeart/2005/8/layout/hierarchy1"/>
    <dgm:cxn modelId="{D0CA8C41-21A4-4445-8ECA-A17DD8F90BEC}" type="presParOf" srcId="{22ADE641-93B6-484F-BFF7-D67D080AC820}" destId="{1FCE2D62-C505-9D4F-B805-E4C4FE48C413}" srcOrd="2" destOrd="0" presId="urn:microsoft.com/office/officeart/2005/8/layout/hierarchy1"/>
    <dgm:cxn modelId="{07013010-F383-4640-8D6B-ECE107B7B7CD}" type="presParOf" srcId="{1FCE2D62-C505-9D4F-B805-E4C4FE48C413}" destId="{2FD71F66-F52F-BE42-8D97-EF7DACD356E7}" srcOrd="0" destOrd="0" presId="urn:microsoft.com/office/officeart/2005/8/layout/hierarchy1"/>
    <dgm:cxn modelId="{58306A22-C5CF-6344-89EE-BD80F85296D6}" type="presParOf" srcId="{2FD71F66-F52F-BE42-8D97-EF7DACD356E7}" destId="{B2CB8B63-1784-614E-84D3-4D51298487A7}" srcOrd="0" destOrd="0" presId="urn:microsoft.com/office/officeart/2005/8/layout/hierarchy1"/>
    <dgm:cxn modelId="{3C33074A-FC21-4F42-84B5-E4891EE8E1F8}" type="presParOf" srcId="{2FD71F66-F52F-BE42-8D97-EF7DACD356E7}" destId="{D1E7B412-95F8-8C46-B824-5B70D827EAEF}" srcOrd="1" destOrd="0" presId="urn:microsoft.com/office/officeart/2005/8/layout/hierarchy1"/>
    <dgm:cxn modelId="{3BEF9C23-5702-4B4D-BB94-5360469155EB}" type="presParOf" srcId="{1FCE2D62-C505-9D4F-B805-E4C4FE48C413}" destId="{989C79A4-843C-8645-B89C-F1F6A756E2D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B984F380-5776-4303-9031-C6447398326D}" type="doc">
      <dgm:prSet loTypeId="urn:microsoft.com/office/officeart/2005/8/layout/vList5" loCatId="list" qsTypeId="urn:microsoft.com/office/officeart/2005/8/quickstyle/simple1" qsCatId="simple" csTypeId="urn:microsoft.com/office/officeart/2005/8/colors/colorful2" csCatId="colorful" phldr="1"/>
      <dgm:spPr/>
      <dgm:t>
        <a:bodyPr/>
        <a:lstStyle/>
        <a:p>
          <a:endParaRPr lang="en-US"/>
        </a:p>
      </dgm:t>
    </dgm:pt>
    <dgm:pt modelId="{F0DB0FEB-1FA2-44A0-9849-7B8B696F324C}">
      <dgm:prSet/>
      <dgm:spPr/>
      <dgm:t>
        <a:bodyPr/>
        <a:lstStyle/>
        <a:p>
          <a:r>
            <a:rPr lang="en-US"/>
            <a:t>Deploy</a:t>
          </a:r>
        </a:p>
      </dgm:t>
    </dgm:pt>
    <dgm:pt modelId="{D5A8352D-2FD6-4605-B0ED-2F68F494A852}" type="parTrans" cxnId="{BBF2E0F7-DF7F-4BBE-931B-3B1FDB05D7ED}">
      <dgm:prSet/>
      <dgm:spPr/>
      <dgm:t>
        <a:bodyPr/>
        <a:lstStyle/>
        <a:p>
          <a:endParaRPr lang="en-US"/>
        </a:p>
      </dgm:t>
    </dgm:pt>
    <dgm:pt modelId="{A4BF4553-D1E1-4299-8FEE-60273FE922A3}" type="sibTrans" cxnId="{BBF2E0F7-DF7F-4BBE-931B-3B1FDB05D7ED}">
      <dgm:prSet/>
      <dgm:spPr/>
      <dgm:t>
        <a:bodyPr/>
        <a:lstStyle/>
        <a:p>
          <a:endParaRPr lang="en-US"/>
        </a:p>
      </dgm:t>
    </dgm:pt>
    <dgm:pt modelId="{A99B8CA5-A6BF-4757-B982-8081836FFCE0}">
      <dgm:prSet/>
      <dgm:spPr/>
      <dgm:t>
        <a:bodyPr/>
        <a:lstStyle/>
        <a:p>
          <a:pPr>
            <a:lnSpc>
              <a:spcPct val="100000"/>
            </a:lnSpc>
          </a:pPr>
          <a:r>
            <a:rPr lang="en-US"/>
            <a:t>Deploy the Logistic Regression model for initial claim screening, with Random Forest as a secondary check for ambiguous cases.</a:t>
          </a:r>
        </a:p>
      </dgm:t>
    </dgm:pt>
    <dgm:pt modelId="{B50B843D-72D3-45E5-B80B-7E9A89EF2EC9}" type="parTrans" cxnId="{DC60CEA9-87C2-40AD-B665-AA8E471505F3}">
      <dgm:prSet/>
      <dgm:spPr/>
      <dgm:t>
        <a:bodyPr/>
        <a:lstStyle/>
        <a:p>
          <a:endParaRPr lang="en-US"/>
        </a:p>
      </dgm:t>
    </dgm:pt>
    <dgm:pt modelId="{8C82EFF8-9132-45B4-9302-BCB98432C8A3}" type="sibTrans" cxnId="{DC60CEA9-87C2-40AD-B665-AA8E471505F3}">
      <dgm:prSet/>
      <dgm:spPr/>
      <dgm:t>
        <a:bodyPr/>
        <a:lstStyle/>
        <a:p>
          <a:endParaRPr lang="en-US"/>
        </a:p>
      </dgm:t>
    </dgm:pt>
    <dgm:pt modelId="{0AB2A91C-5725-4E89-8ACB-77FCA5F20CF6}">
      <dgm:prSet/>
      <dgm:spPr/>
      <dgm:t>
        <a:bodyPr/>
        <a:lstStyle/>
        <a:p>
          <a:r>
            <a:rPr lang="en-US"/>
            <a:t>Continue</a:t>
          </a:r>
        </a:p>
      </dgm:t>
    </dgm:pt>
    <dgm:pt modelId="{956ABFD4-AC78-433D-9AFC-7D405DFDCB59}" type="parTrans" cxnId="{A14AD0A0-648D-4642-8C23-73AC554EEFDE}">
      <dgm:prSet/>
      <dgm:spPr/>
      <dgm:t>
        <a:bodyPr/>
        <a:lstStyle/>
        <a:p>
          <a:endParaRPr lang="en-US"/>
        </a:p>
      </dgm:t>
    </dgm:pt>
    <dgm:pt modelId="{43B9A778-4E02-4CA9-9B40-7972E6B99A4F}" type="sibTrans" cxnId="{A14AD0A0-648D-4642-8C23-73AC554EEFDE}">
      <dgm:prSet/>
      <dgm:spPr/>
      <dgm:t>
        <a:bodyPr/>
        <a:lstStyle/>
        <a:p>
          <a:endParaRPr lang="en-US"/>
        </a:p>
      </dgm:t>
    </dgm:pt>
    <dgm:pt modelId="{54FF99FF-7987-4C27-BB79-D1FF917C94DA}">
      <dgm:prSet/>
      <dgm:spPr/>
      <dgm:t>
        <a:bodyPr/>
        <a:lstStyle/>
        <a:p>
          <a:pPr>
            <a:lnSpc>
              <a:spcPct val="100000"/>
            </a:lnSpc>
          </a:pPr>
          <a:r>
            <a:rPr lang="en-US" dirty="0"/>
            <a:t>Continue to enhance data quality and feature engineering and consider including additional external data sources if available.</a:t>
          </a:r>
        </a:p>
      </dgm:t>
    </dgm:pt>
    <dgm:pt modelId="{A69005D0-1552-4F8E-82D5-BD1B354FF2EC}" type="parTrans" cxnId="{ECC152FF-DA1D-46A9-9BD5-82CEBB86B2DB}">
      <dgm:prSet/>
      <dgm:spPr/>
      <dgm:t>
        <a:bodyPr/>
        <a:lstStyle/>
        <a:p>
          <a:endParaRPr lang="en-US"/>
        </a:p>
      </dgm:t>
    </dgm:pt>
    <dgm:pt modelId="{506E5DBD-91E3-4F66-8504-02A704940805}" type="sibTrans" cxnId="{ECC152FF-DA1D-46A9-9BD5-82CEBB86B2DB}">
      <dgm:prSet/>
      <dgm:spPr/>
      <dgm:t>
        <a:bodyPr/>
        <a:lstStyle/>
        <a:p>
          <a:endParaRPr lang="en-US"/>
        </a:p>
      </dgm:t>
    </dgm:pt>
    <dgm:pt modelId="{FAB433B5-F5CF-48B8-ABE4-AE69B762F1AA}">
      <dgm:prSet/>
      <dgm:spPr/>
      <dgm:t>
        <a:bodyPr/>
        <a:lstStyle/>
        <a:p>
          <a:r>
            <a:rPr lang="en-US"/>
            <a:t>Re-evaluate</a:t>
          </a:r>
        </a:p>
      </dgm:t>
    </dgm:pt>
    <dgm:pt modelId="{D91BDDA2-9456-4085-B35F-C3ECB48FC428}" type="parTrans" cxnId="{A95FDECA-ADF7-4AF7-9A27-DD48EA6BE656}">
      <dgm:prSet/>
      <dgm:spPr/>
      <dgm:t>
        <a:bodyPr/>
        <a:lstStyle/>
        <a:p>
          <a:endParaRPr lang="en-US"/>
        </a:p>
      </dgm:t>
    </dgm:pt>
    <dgm:pt modelId="{F4BEEC80-D40B-49BC-AF7D-37592927D0F7}" type="sibTrans" cxnId="{A95FDECA-ADF7-4AF7-9A27-DD48EA6BE656}">
      <dgm:prSet/>
      <dgm:spPr/>
      <dgm:t>
        <a:bodyPr/>
        <a:lstStyle/>
        <a:p>
          <a:endParaRPr lang="en-US"/>
        </a:p>
      </dgm:t>
    </dgm:pt>
    <dgm:pt modelId="{1E62B248-D8D3-4CCA-857A-C8ADBC7FDB13}">
      <dgm:prSet/>
      <dgm:spPr/>
      <dgm:t>
        <a:bodyPr/>
        <a:lstStyle/>
        <a:p>
          <a:pPr>
            <a:lnSpc>
              <a:spcPct val="100000"/>
            </a:lnSpc>
          </a:pPr>
          <a:r>
            <a:rPr lang="en-US"/>
            <a:t>Periodically re-evaluate model thresholds to align with business objectives and changing fraud trends.</a:t>
          </a:r>
        </a:p>
      </dgm:t>
    </dgm:pt>
    <dgm:pt modelId="{0F3FF8FB-A3DF-431E-8554-61DF8FA6FD61}" type="parTrans" cxnId="{00A55725-04EF-4EF5-A839-AE0415D34033}">
      <dgm:prSet/>
      <dgm:spPr/>
      <dgm:t>
        <a:bodyPr/>
        <a:lstStyle/>
        <a:p>
          <a:endParaRPr lang="en-US"/>
        </a:p>
      </dgm:t>
    </dgm:pt>
    <dgm:pt modelId="{468FEDE6-8A0F-48C7-9328-BC8FFD1FF70D}" type="sibTrans" cxnId="{00A55725-04EF-4EF5-A839-AE0415D34033}">
      <dgm:prSet/>
      <dgm:spPr/>
      <dgm:t>
        <a:bodyPr/>
        <a:lstStyle/>
        <a:p>
          <a:endParaRPr lang="en-US"/>
        </a:p>
      </dgm:t>
    </dgm:pt>
    <dgm:pt modelId="{B3914DB6-5E34-CE45-880D-7DA9B5E00B5E}" type="pres">
      <dgm:prSet presAssocID="{B984F380-5776-4303-9031-C6447398326D}" presName="Name0" presStyleCnt="0">
        <dgm:presLayoutVars>
          <dgm:dir/>
          <dgm:animLvl val="lvl"/>
          <dgm:resizeHandles val="exact"/>
        </dgm:presLayoutVars>
      </dgm:prSet>
      <dgm:spPr/>
    </dgm:pt>
    <dgm:pt modelId="{F3CF7041-502E-F24A-873D-AA00B1129B27}" type="pres">
      <dgm:prSet presAssocID="{F0DB0FEB-1FA2-44A0-9849-7B8B696F324C}" presName="linNode" presStyleCnt="0"/>
      <dgm:spPr/>
    </dgm:pt>
    <dgm:pt modelId="{E0329679-88BA-A544-8D1B-14474537891F}" type="pres">
      <dgm:prSet presAssocID="{F0DB0FEB-1FA2-44A0-9849-7B8B696F324C}" presName="parentText" presStyleLbl="node1" presStyleIdx="0" presStyleCnt="3">
        <dgm:presLayoutVars>
          <dgm:chMax val="1"/>
          <dgm:bulletEnabled val="1"/>
        </dgm:presLayoutVars>
      </dgm:prSet>
      <dgm:spPr/>
    </dgm:pt>
    <dgm:pt modelId="{E5601CEA-EF03-F34F-8191-A8014315F131}" type="pres">
      <dgm:prSet presAssocID="{F0DB0FEB-1FA2-44A0-9849-7B8B696F324C}" presName="descendantText" presStyleLbl="alignAccFollowNode1" presStyleIdx="0" presStyleCnt="3">
        <dgm:presLayoutVars>
          <dgm:bulletEnabled val="1"/>
        </dgm:presLayoutVars>
      </dgm:prSet>
      <dgm:spPr/>
    </dgm:pt>
    <dgm:pt modelId="{0AFAD588-4A73-AA48-A718-F4C62B61AD5F}" type="pres">
      <dgm:prSet presAssocID="{A4BF4553-D1E1-4299-8FEE-60273FE922A3}" presName="sp" presStyleCnt="0"/>
      <dgm:spPr/>
    </dgm:pt>
    <dgm:pt modelId="{9868FBD3-FDD4-584A-A10C-B3AD27CFCA06}" type="pres">
      <dgm:prSet presAssocID="{0AB2A91C-5725-4E89-8ACB-77FCA5F20CF6}" presName="linNode" presStyleCnt="0"/>
      <dgm:spPr/>
    </dgm:pt>
    <dgm:pt modelId="{2AFE33B9-7DE2-1C4A-9886-32B709E7F1CE}" type="pres">
      <dgm:prSet presAssocID="{0AB2A91C-5725-4E89-8ACB-77FCA5F20CF6}" presName="parentText" presStyleLbl="node1" presStyleIdx="1" presStyleCnt="3">
        <dgm:presLayoutVars>
          <dgm:chMax val="1"/>
          <dgm:bulletEnabled val="1"/>
        </dgm:presLayoutVars>
      </dgm:prSet>
      <dgm:spPr/>
    </dgm:pt>
    <dgm:pt modelId="{927C83B2-EE49-9E4E-AC3E-3BB6D060C7ED}" type="pres">
      <dgm:prSet presAssocID="{0AB2A91C-5725-4E89-8ACB-77FCA5F20CF6}" presName="descendantText" presStyleLbl="alignAccFollowNode1" presStyleIdx="1" presStyleCnt="3">
        <dgm:presLayoutVars>
          <dgm:bulletEnabled val="1"/>
        </dgm:presLayoutVars>
      </dgm:prSet>
      <dgm:spPr/>
    </dgm:pt>
    <dgm:pt modelId="{0B2FAA27-6C8F-FB49-A536-85C3E1F75B36}" type="pres">
      <dgm:prSet presAssocID="{43B9A778-4E02-4CA9-9B40-7972E6B99A4F}" presName="sp" presStyleCnt="0"/>
      <dgm:spPr/>
    </dgm:pt>
    <dgm:pt modelId="{6BF1980A-DE0A-6746-BF7C-3B19B4BC3593}" type="pres">
      <dgm:prSet presAssocID="{FAB433B5-F5CF-48B8-ABE4-AE69B762F1AA}" presName="linNode" presStyleCnt="0"/>
      <dgm:spPr/>
    </dgm:pt>
    <dgm:pt modelId="{F1A78655-8CD1-1B46-A418-4C58D2779CCE}" type="pres">
      <dgm:prSet presAssocID="{FAB433B5-F5CF-48B8-ABE4-AE69B762F1AA}" presName="parentText" presStyleLbl="node1" presStyleIdx="2" presStyleCnt="3">
        <dgm:presLayoutVars>
          <dgm:chMax val="1"/>
          <dgm:bulletEnabled val="1"/>
        </dgm:presLayoutVars>
      </dgm:prSet>
      <dgm:spPr/>
    </dgm:pt>
    <dgm:pt modelId="{6F40920A-1C56-2F4D-BA36-0CCBE379EB05}" type="pres">
      <dgm:prSet presAssocID="{FAB433B5-F5CF-48B8-ABE4-AE69B762F1AA}" presName="descendantText" presStyleLbl="alignAccFollowNode1" presStyleIdx="2" presStyleCnt="3">
        <dgm:presLayoutVars>
          <dgm:bulletEnabled val="1"/>
        </dgm:presLayoutVars>
      </dgm:prSet>
      <dgm:spPr/>
    </dgm:pt>
  </dgm:ptLst>
  <dgm:cxnLst>
    <dgm:cxn modelId="{62EF0416-55CF-A748-8182-9E11CD798D40}" type="presOf" srcId="{1E62B248-D8D3-4CCA-857A-C8ADBC7FDB13}" destId="{6F40920A-1C56-2F4D-BA36-0CCBE379EB05}" srcOrd="0" destOrd="0" presId="urn:microsoft.com/office/officeart/2005/8/layout/vList5"/>
    <dgm:cxn modelId="{00A55725-04EF-4EF5-A839-AE0415D34033}" srcId="{FAB433B5-F5CF-48B8-ABE4-AE69B762F1AA}" destId="{1E62B248-D8D3-4CCA-857A-C8ADBC7FDB13}" srcOrd="0" destOrd="0" parTransId="{0F3FF8FB-A3DF-431E-8554-61DF8FA6FD61}" sibTransId="{468FEDE6-8A0F-48C7-9328-BC8FFD1FF70D}"/>
    <dgm:cxn modelId="{9A8BD629-3AC4-3741-AA97-A0236A038E84}" type="presOf" srcId="{F0DB0FEB-1FA2-44A0-9849-7B8B696F324C}" destId="{E0329679-88BA-A544-8D1B-14474537891F}" srcOrd="0" destOrd="0" presId="urn:microsoft.com/office/officeart/2005/8/layout/vList5"/>
    <dgm:cxn modelId="{21DC0C48-D9CC-C64E-A9A5-E85CC3DA9784}" type="presOf" srcId="{A99B8CA5-A6BF-4757-B982-8081836FFCE0}" destId="{E5601CEA-EF03-F34F-8191-A8014315F131}" srcOrd="0" destOrd="0" presId="urn:microsoft.com/office/officeart/2005/8/layout/vList5"/>
    <dgm:cxn modelId="{51495F5B-EFE2-C44F-B67D-9C9AA13A4402}" type="presOf" srcId="{FAB433B5-F5CF-48B8-ABE4-AE69B762F1AA}" destId="{F1A78655-8CD1-1B46-A418-4C58D2779CCE}" srcOrd="0" destOrd="0" presId="urn:microsoft.com/office/officeart/2005/8/layout/vList5"/>
    <dgm:cxn modelId="{E21AE17F-AC17-C442-B956-8FF68FCE2D11}" type="presOf" srcId="{B984F380-5776-4303-9031-C6447398326D}" destId="{B3914DB6-5E34-CE45-880D-7DA9B5E00B5E}" srcOrd="0" destOrd="0" presId="urn:microsoft.com/office/officeart/2005/8/layout/vList5"/>
    <dgm:cxn modelId="{A14AD0A0-648D-4642-8C23-73AC554EEFDE}" srcId="{B984F380-5776-4303-9031-C6447398326D}" destId="{0AB2A91C-5725-4E89-8ACB-77FCA5F20CF6}" srcOrd="1" destOrd="0" parTransId="{956ABFD4-AC78-433D-9AFC-7D405DFDCB59}" sibTransId="{43B9A778-4E02-4CA9-9B40-7972E6B99A4F}"/>
    <dgm:cxn modelId="{DC60CEA9-87C2-40AD-B665-AA8E471505F3}" srcId="{F0DB0FEB-1FA2-44A0-9849-7B8B696F324C}" destId="{A99B8CA5-A6BF-4757-B982-8081836FFCE0}" srcOrd="0" destOrd="0" parTransId="{B50B843D-72D3-45E5-B80B-7E9A89EF2EC9}" sibTransId="{8C82EFF8-9132-45B4-9302-BCB98432C8A3}"/>
    <dgm:cxn modelId="{C17D0AB1-2012-9F48-8E9E-A6018F099993}" type="presOf" srcId="{0AB2A91C-5725-4E89-8ACB-77FCA5F20CF6}" destId="{2AFE33B9-7DE2-1C4A-9886-32B709E7F1CE}" srcOrd="0" destOrd="0" presId="urn:microsoft.com/office/officeart/2005/8/layout/vList5"/>
    <dgm:cxn modelId="{09FDFFC5-D972-8844-8A43-18D7C8FB22F0}" type="presOf" srcId="{54FF99FF-7987-4C27-BB79-D1FF917C94DA}" destId="{927C83B2-EE49-9E4E-AC3E-3BB6D060C7ED}" srcOrd="0" destOrd="0" presId="urn:microsoft.com/office/officeart/2005/8/layout/vList5"/>
    <dgm:cxn modelId="{A95FDECA-ADF7-4AF7-9A27-DD48EA6BE656}" srcId="{B984F380-5776-4303-9031-C6447398326D}" destId="{FAB433B5-F5CF-48B8-ABE4-AE69B762F1AA}" srcOrd="2" destOrd="0" parTransId="{D91BDDA2-9456-4085-B35F-C3ECB48FC428}" sibTransId="{F4BEEC80-D40B-49BC-AF7D-37592927D0F7}"/>
    <dgm:cxn modelId="{BBF2E0F7-DF7F-4BBE-931B-3B1FDB05D7ED}" srcId="{B984F380-5776-4303-9031-C6447398326D}" destId="{F0DB0FEB-1FA2-44A0-9849-7B8B696F324C}" srcOrd="0" destOrd="0" parTransId="{D5A8352D-2FD6-4605-B0ED-2F68F494A852}" sibTransId="{A4BF4553-D1E1-4299-8FEE-60273FE922A3}"/>
    <dgm:cxn modelId="{ECC152FF-DA1D-46A9-9BD5-82CEBB86B2DB}" srcId="{0AB2A91C-5725-4E89-8ACB-77FCA5F20CF6}" destId="{54FF99FF-7987-4C27-BB79-D1FF917C94DA}" srcOrd="0" destOrd="0" parTransId="{A69005D0-1552-4F8E-82D5-BD1B354FF2EC}" sibTransId="{506E5DBD-91E3-4F66-8504-02A704940805}"/>
    <dgm:cxn modelId="{7BCA6193-F4C3-1142-BAF7-2D4EA08DACE1}" type="presParOf" srcId="{B3914DB6-5E34-CE45-880D-7DA9B5E00B5E}" destId="{F3CF7041-502E-F24A-873D-AA00B1129B27}" srcOrd="0" destOrd="0" presId="urn:microsoft.com/office/officeart/2005/8/layout/vList5"/>
    <dgm:cxn modelId="{882B7E7D-32D0-654E-B1BC-ECC7BBF68291}" type="presParOf" srcId="{F3CF7041-502E-F24A-873D-AA00B1129B27}" destId="{E0329679-88BA-A544-8D1B-14474537891F}" srcOrd="0" destOrd="0" presId="urn:microsoft.com/office/officeart/2005/8/layout/vList5"/>
    <dgm:cxn modelId="{8D53B7DE-1C71-7A41-806A-97D23784A096}" type="presParOf" srcId="{F3CF7041-502E-F24A-873D-AA00B1129B27}" destId="{E5601CEA-EF03-F34F-8191-A8014315F131}" srcOrd="1" destOrd="0" presId="urn:microsoft.com/office/officeart/2005/8/layout/vList5"/>
    <dgm:cxn modelId="{0E41C99D-50F8-7C46-A12A-8ADE1C822647}" type="presParOf" srcId="{B3914DB6-5E34-CE45-880D-7DA9B5E00B5E}" destId="{0AFAD588-4A73-AA48-A718-F4C62B61AD5F}" srcOrd="1" destOrd="0" presId="urn:microsoft.com/office/officeart/2005/8/layout/vList5"/>
    <dgm:cxn modelId="{CDF4A275-C2EC-224B-889D-25E4A467DFFA}" type="presParOf" srcId="{B3914DB6-5E34-CE45-880D-7DA9B5E00B5E}" destId="{9868FBD3-FDD4-584A-A10C-B3AD27CFCA06}" srcOrd="2" destOrd="0" presId="urn:microsoft.com/office/officeart/2005/8/layout/vList5"/>
    <dgm:cxn modelId="{33DBFAE0-DC89-D94C-89E1-2F15EFF2C69B}" type="presParOf" srcId="{9868FBD3-FDD4-584A-A10C-B3AD27CFCA06}" destId="{2AFE33B9-7DE2-1C4A-9886-32B709E7F1CE}" srcOrd="0" destOrd="0" presId="urn:microsoft.com/office/officeart/2005/8/layout/vList5"/>
    <dgm:cxn modelId="{F5BC040C-6FC4-6349-BA98-D01A42B68567}" type="presParOf" srcId="{9868FBD3-FDD4-584A-A10C-B3AD27CFCA06}" destId="{927C83B2-EE49-9E4E-AC3E-3BB6D060C7ED}" srcOrd="1" destOrd="0" presId="urn:microsoft.com/office/officeart/2005/8/layout/vList5"/>
    <dgm:cxn modelId="{7376A059-BFC1-F74A-99B5-228AFF1FB3E1}" type="presParOf" srcId="{B3914DB6-5E34-CE45-880D-7DA9B5E00B5E}" destId="{0B2FAA27-6C8F-FB49-A536-85C3E1F75B36}" srcOrd="3" destOrd="0" presId="urn:microsoft.com/office/officeart/2005/8/layout/vList5"/>
    <dgm:cxn modelId="{241B0FA6-DF5F-3E44-A5E1-36703E65BB7E}" type="presParOf" srcId="{B3914DB6-5E34-CE45-880D-7DA9B5E00B5E}" destId="{6BF1980A-DE0A-6746-BF7C-3B19B4BC3593}" srcOrd="4" destOrd="0" presId="urn:microsoft.com/office/officeart/2005/8/layout/vList5"/>
    <dgm:cxn modelId="{B43B8C6A-AA3A-2042-B7E4-1FC517F7A6A1}" type="presParOf" srcId="{6BF1980A-DE0A-6746-BF7C-3B19B4BC3593}" destId="{F1A78655-8CD1-1B46-A418-4C58D2779CCE}" srcOrd="0" destOrd="0" presId="urn:microsoft.com/office/officeart/2005/8/layout/vList5"/>
    <dgm:cxn modelId="{8AB6E7C7-3A63-0544-9C74-16E3DEC1C6B0}" type="presParOf" srcId="{6BF1980A-DE0A-6746-BF7C-3B19B4BC3593}" destId="{6F40920A-1C56-2F4D-BA36-0CCBE379EB05}"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061ABF-9483-1140-9CCB-2F71CB174559}">
      <dsp:nvSpPr>
        <dsp:cNvPr id="0" name=""/>
        <dsp:cNvSpPr/>
      </dsp:nvSpPr>
      <dsp:spPr>
        <a:xfrm>
          <a:off x="0" y="991179"/>
          <a:ext cx="2305088" cy="146373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AA1B24F-4CE5-0446-89C7-768FFF9BDE96}">
      <dsp:nvSpPr>
        <dsp:cNvPr id="0" name=""/>
        <dsp:cNvSpPr/>
      </dsp:nvSpPr>
      <dsp:spPr>
        <a:xfrm>
          <a:off x="256120" y="1234494"/>
          <a:ext cx="2305088" cy="146373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Manual claim verification is time-consuming and inefficient.</a:t>
          </a:r>
        </a:p>
      </dsp:txBody>
      <dsp:txXfrm>
        <a:off x="298991" y="1277365"/>
        <a:ext cx="2219346" cy="1377989"/>
      </dsp:txXfrm>
    </dsp:sp>
    <dsp:sp modelId="{699C45FB-C7A5-5B41-821B-04D917C69749}">
      <dsp:nvSpPr>
        <dsp:cNvPr id="0" name=""/>
        <dsp:cNvSpPr/>
      </dsp:nvSpPr>
      <dsp:spPr>
        <a:xfrm>
          <a:off x="2817330" y="991179"/>
          <a:ext cx="2305088" cy="146373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AAD8CA-E4DA-3441-AF57-622E1F276868}">
      <dsp:nvSpPr>
        <dsp:cNvPr id="0" name=""/>
        <dsp:cNvSpPr/>
      </dsp:nvSpPr>
      <dsp:spPr>
        <a:xfrm>
          <a:off x="3073451" y="1234494"/>
          <a:ext cx="2305088" cy="146373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Financial losses due to undetected fraudulent claims.</a:t>
          </a:r>
        </a:p>
      </dsp:txBody>
      <dsp:txXfrm>
        <a:off x="3116322" y="1277365"/>
        <a:ext cx="2219346" cy="1377989"/>
      </dsp:txXfrm>
    </dsp:sp>
    <dsp:sp modelId="{F4F0E4F3-2C4A-F947-B5E8-030550D0D289}">
      <dsp:nvSpPr>
        <dsp:cNvPr id="0" name=""/>
        <dsp:cNvSpPr/>
      </dsp:nvSpPr>
      <dsp:spPr>
        <a:xfrm>
          <a:off x="5634661" y="991179"/>
          <a:ext cx="2305088" cy="146373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CDF920-387E-224F-949A-EF6FEBE96C95}">
      <dsp:nvSpPr>
        <dsp:cNvPr id="0" name=""/>
        <dsp:cNvSpPr/>
      </dsp:nvSpPr>
      <dsp:spPr>
        <a:xfrm>
          <a:off x="5890782" y="1234494"/>
          <a:ext cx="2305088" cy="146373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Need for data-driven fraud classification model.</a:t>
          </a:r>
        </a:p>
      </dsp:txBody>
      <dsp:txXfrm>
        <a:off x="5933653" y="1277365"/>
        <a:ext cx="2219346" cy="13779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CB37D2-1DBF-4AE5-9740-615A4AC15D03}">
      <dsp:nvSpPr>
        <dsp:cNvPr id="0" name=""/>
        <dsp:cNvSpPr/>
      </dsp:nvSpPr>
      <dsp:spPr>
        <a:xfrm>
          <a:off x="518185" y="768902"/>
          <a:ext cx="1475437" cy="147543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00FF22-806D-4CCD-9E70-5111ED49521F}">
      <dsp:nvSpPr>
        <dsp:cNvPr id="0" name=""/>
        <dsp:cNvSpPr/>
      </dsp:nvSpPr>
      <dsp:spPr>
        <a:xfrm>
          <a:off x="832623" y="1083340"/>
          <a:ext cx="846562" cy="846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53C347B-AFDC-4A5C-AA30-3745C0A6015C}">
      <dsp:nvSpPr>
        <dsp:cNvPr id="0" name=""/>
        <dsp:cNvSpPr/>
      </dsp:nvSpPr>
      <dsp:spPr>
        <a:xfrm>
          <a:off x="46529"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Classify claims as fraudulent or legitimate.</a:t>
          </a:r>
        </a:p>
      </dsp:txBody>
      <dsp:txXfrm>
        <a:off x="46529" y="2703902"/>
        <a:ext cx="2418750" cy="720000"/>
      </dsp:txXfrm>
    </dsp:sp>
    <dsp:sp modelId="{E10BCB34-2CF5-4CDF-997E-F773F0B7824B}">
      <dsp:nvSpPr>
        <dsp:cNvPr id="0" name=""/>
        <dsp:cNvSpPr/>
      </dsp:nvSpPr>
      <dsp:spPr>
        <a:xfrm>
          <a:off x="3360216" y="768902"/>
          <a:ext cx="1475437" cy="147543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66F4E9-98F1-4F7C-ADC0-152A95F71A9D}">
      <dsp:nvSpPr>
        <dsp:cNvPr id="0" name=""/>
        <dsp:cNvSpPr/>
      </dsp:nvSpPr>
      <dsp:spPr>
        <a:xfrm>
          <a:off x="3674654" y="1083340"/>
          <a:ext cx="846562" cy="846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87D582B-ABE3-4412-B394-2B46DAA84ACB}">
      <dsp:nvSpPr>
        <dsp:cNvPr id="0" name=""/>
        <dsp:cNvSpPr/>
      </dsp:nvSpPr>
      <dsp:spPr>
        <a:xfrm>
          <a:off x="2888560"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Predict fraud early using customer and incident features.</a:t>
          </a:r>
        </a:p>
      </dsp:txBody>
      <dsp:txXfrm>
        <a:off x="2888560" y="2703902"/>
        <a:ext cx="2418750" cy="720000"/>
      </dsp:txXfrm>
    </dsp:sp>
    <dsp:sp modelId="{254DD295-7A21-40BE-8C77-FB91AAA9C167}">
      <dsp:nvSpPr>
        <dsp:cNvPr id="0" name=""/>
        <dsp:cNvSpPr/>
      </dsp:nvSpPr>
      <dsp:spPr>
        <a:xfrm>
          <a:off x="6202248" y="768902"/>
          <a:ext cx="1475437" cy="147543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4E5184-E69B-49D7-AB58-E5847A08BD30}">
      <dsp:nvSpPr>
        <dsp:cNvPr id="0" name=""/>
        <dsp:cNvSpPr/>
      </dsp:nvSpPr>
      <dsp:spPr>
        <a:xfrm>
          <a:off x="6516685" y="1083340"/>
          <a:ext cx="846562" cy="846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C4ACD9A-EF74-463B-88B4-8D3EA8F6ADE1}">
      <dsp:nvSpPr>
        <dsp:cNvPr id="0" name=""/>
        <dsp:cNvSpPr/>
      </dsp:nvSpPr>
      <dsp:spPr>
        <a:xfrm>
          <a:off x="5730591"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Improve operational efficiency and reduce losses.</a:t>
          </a:r>
        </a:p>
      </dsp:txBody>
      <dsp:txXfrm>
        <a:off x="5730591" y="2703902"/>
        <a:ext cx="241875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44F3A9-6362-4CB3-97E6-4ABC8AC77C04}">
      <dsp:nvSpPr>
        <dsp:cNvPr id="0" name=""/>
        <dsp:cNvSpPr/>
      </dsp:nvSpPr>
      <dsp:spPr>
        <a:xfrm>
          <a:off x="0" y="3785"/>
          <a:ext cx="8195871" cy="88110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4DF025-AA59-4BBB-B96F-14F88BDAF295}">
      <dsp:nvSpPr>
        <dsp:cNvPr id="0" name=""/>
        <dsp:cNvSpPr/>
      </dsp:nvSpPr>
      <dsp:spPr>
        <a:xfrm>
          <a:off x="266533" y="202033"/>
          <a:ext cx="484605" cy="4846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ED844FA-B4A9-482E-9043-3A90C26E578B}">
      <dsp:nvSpPr>
        <dsp:cNvPr id="0" name=""/>
        <dsp:cNvSpPr/>
      </dsp:nvSpPr>
      <dsp:spPr>
        <a:xfrm>
          <a:off x="1017672" y="3785"/>
          <a:ext cx="7177203" cy="881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250" tIns="93250" rIns="93250" bIns="93250" numCol="1" spcCol="1270" anchor="ctr" anchorCtr="0">
          <a:noAutofit/>
        </a:bodyPr>
        <a:lstStyle/>
        <a:p>
          <a:pPr marL="0" lvl="0" indent="0" algn="l" defTabSz="977900">
            <a:lnSpc>
              <a:spcPct val="90000"/>
            </a:lnSpc>
            <a:spcBef>
              <a:spcPct val="0"/>
            </a:spcBef>
            <a:spcAft>
              <a:spcPct val="35000"/>
            </a:spcAft>
            <a:buNone/>
          </a:pPr>
          <a:r>
            <a:rPr lang="en-IN" sz="2200" kern="1200"/>
            <a:t>Insurance claims dataset (1000 rows × 40 columns).</a:t>
          </a:r>
          <a:endParaRPr lang="en-US" sz="2200" kern="1200"/>
        </a:p>
      </dsp:txBody>
      <dsp:txXfrm>
        <a:off x="1017672" y="3785"/>
        <a:ext cx="7177203" cy="881101"/>
      </dsp:txXfrm>
    </dsp:sp>
    <dsp:sp modelId="{106C608C-8D31-49EB-8B21-36786B250F3A}">
      <dsp:nvSpPr>
        <dsp:cNvPr id="0" name=""/>
        <dsp:cNvSpPr/>
      </dsp:nvSpPr>
      <dsp:spPr>
        <a:xfrm>
          <a:off x="0" y="1105162"/>
          <a:ext cx="8195871" cy="88110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DC1E75-24D4-412B-BE60-EF1FA70B60C9}">
      <dsp:nvSpPr>
        <dsp:cNvPr id="0" name=""/>
        <dsp:cNvSpPr/>
      </dsp:nvSpPr>
      <dsp:spPr>
        <a:xfrm>
          <a:off x="266533" y="1303410"/>
          <a:ext cx="484605" cy="4846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E9D6149-CDCB-4F3A-AE03-5815E9C1FA1B}">
      <dsp:nvSpPr>
        <dsp:cNvPr id="0" name=""/>
        <dsp:cNvSpPr/>
      </dsp:nvSpPr>
      <dsp:spPr>
        <a:xfrm>
          <a:off x="1017672" y="1105162"/>
          <a:ext cx="3688141" cy="881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250" tIns="93250" rIns="93250" bIns="93250" numCol="1" spcCol="1270" anchor="ctr" anchorCtr="0">
          <a:noAutofit/>
        </a:bodyPr>
        <a:lstStyle/>
        <a:p>
          <a:pPr marL="0" lvl="0" indent="0" algn="l" defTabSz="977900">
            <a:lnSpc>
              <a:spcPct val="90000"/>
            </a:lnSpc>
            <a:spcBef>
              <a:spcPct val="0"/>
            </a:spcBef>
            <a:spcAft>
              <a:spcPct val="35000"/>
            </a:spcAft>
            <a:buNone/>
          </a:pPr>
          <a:r>
            <a:rPr lang="en-IN" sz="2200" kern="1200"/>
            <a:t>Handling Missing Values</a:t>
          </a:r>
          <a:endParaRPr lang="en-US" sz="2200" kern="1200"/>
        </a:p>
      </dsp:txBody>
      <dsp:txXfrm>
        <a:off x="1017672" y="1105162"/>
        <a:ext cx="3688141" cy="881101"/>
      </dsp:txXfrm>
    </dsp:sp>
    <dsp:sp modelId="{50686035-9A1D-486D-B2D4-2182EB2B82CE}">
      <dsp:nvSpPr>
        <dsp:cNvPr id="0" name=""/>
        <dsp:cNvSpPr/>
      </dsp:nvSpPr>
      <dsp:spPr>
        <a:xfrm>
          <a:off x="4705814" y="1105162"/>
          <a:ext cx="3489061" cy="881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250" tIns="93250" rIns="93250" bIns="93250" numCol="1" spcCol="1270" anchor="ctr" anchorCtr="0">
          <a:noAutofit/>
        </a:bodyPr>
        <a:lstStyle/>
        <a:p>
          <a:pPr marL="0" lvl="0" indent="0" algn="l" defTabSz="488950">
            <a:lnSpc>
              <a:spcPct val="90000"/>
            </a:lnSpc>
            <a:spcBef>
              <a:spcPct val="0"/>
            </a:spcBef>
            <a:spcAft>
              <a:spcPct val="35000"/>
            </a:spcAft>
            <a:buNone/>
          </a:pPr>
          <a:r>
            <a:rPr lang="en-IN" sz="1100" i="1" kern="1200"/>
            <a:t>authorities_contacted: </a:t>
          </a:r>
          <a:r>
            <a:rPr lang="en-IN" sz="1100" kern="1200"/>
            <a:t>Corrected "None" interpreted as null; replaced with 'NA’.</a:t>
          </a:r>
          <a:endParaRPr lang="en-US" sz="1100" kern="1200"/>
        </a:p>
        <a:p>
          <a:pPr marL="0" lvl="0" indent="0" algn="l" defTabSz="488950">
            <a:lnSpc>
              <a:spcPct val="90000"/>
            </a:lnSpc>
            <a:spcBef>
              <a:spcPct val="0"/>
            </a:spcBef>
            <a:spcAft>
              <a:spcPct val="35000"/>
            </a:spcAft>
            <a:buNone/>
          </a:pPr>
          <a:r>
            <a:rPr lang="en-IN" sz="1100" i="1" kern="1200"/>
            <a:t>_c39: </a:t>
          </a:r>
          <a:r>
            <a:rPr lang="en-IN" sz="1100" kern="1200"/>
            <a:t>Column entirely null – dropped.</a:t>
          </a:r>
          <a:endParaRPr lang="en-US" sz="1100" kern="1200"/>
        </a:p>
      </dsp:txBody>
      <dsp:txXfrm>
        <a:off x="4705814" y="1105162"/>
        <a:ext cx="3489061" cy="881101"/>
      </dsp:txXfrm>
    </dsp:sp>
    <dsp:sp modelId="{10E95BF4-D877-416E-8DC3-49E4DFC4368D}">
      <dsp:nvSpPr>
        <dsp:cNvPr id="0" name=""/>
        <dsp:cNvSpPr/>
      </dsp:nvSpPr>
      <dsp:spPr>
        <a:xfrm>
          <a:off x="0" y="2206540"/>
          <a:ext cx="8195871" cy="88110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289B9A-1EA0-47BA-8BC8-79CF0BF355D6}">
      <dsp:nvSpPr>
        <dsp:cNvPr id="0" name=""/>
        <dsp:cNvSpPr/>
      </dsp:nvSpPr>
      <dsp:spPr>
        <a:xfrm>
          <a:off x="266533" y="2404788"/>
          <a:ext cx="484605" cy="4846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5873764-7656-4569-9A1F-2B1AEFF9B8C8}">
      <dsp:nvSpPr>
        <dsp:cNvPr id="0" name=""/>
        <dsp:cNvSpPr/>
      </dsp:nvSpPr>
      <dsp:spPr>
        <a:xfrm>
          <a:off x="1017672" y="2206540"/>
          <a:ext cx="3688141" cy="881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250" tIns="93250" rIns="93250" bIns="93250" numCol="1" spcCol="1270" anchor="ctr" anchorCtr="0">
          <a:noAutofit/>
        </a:bodyPr>
        <a:lstStyle/>
        <a:p>
          <a:pPr marL="0" lvl="0" indent="0" algn="l" defTabSz="977900">
            <a:lnSpc>
              <a:spcPct val="90000"/>
            </a:lnSpc>
            <a:spcBef>
              <a:spcPct val="0"/>
            </a:spcBef>
            <a:spcAft>
              <a:spcPct val="35000"/>
            </a:spcAft>
            <a:buNone/>
          </a:pPr>
          <a:r>
            <a:rPr lang="en-IN" sz="2200" kern="1200"/>
            <a:t>Redundant Column &amp; Row Cleanup</a:t>
          </a:r>
          <a:endParaRPr lang="en-US" sz="2200" kern="1200"/>
        </a:p>
      </dsp:txBody>
      <dsp:txXfrm>
        <a:off x="1017672" y="2206540"/>
        <a:ext cx="3688141" cy="881101"/>
      </dsp:txXfrm>
    </dsp:sp>
    <dsp:sp modelId="{3869099A-2D49-42AE-82DA-C02F3608D25C}">
      <dsp:nvSpPr>
        <dsp:cNvPr id="0" name=""/>
        <dsp:cNvSpPr/>
      </dsp:nvSpPr>
      <dsp:spPr>
        <a:xfrm>
          <a:off x="4705814" y="2206540"/>
          <a:ext cx="3489061" cy="881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250" tIns="93250" rIns="93250" bIns="93250" numCol="1" spcCol="1270" anchor="ctr" anchorCtr="0">
          <a:noAutofit/>
        </a:bodyPr>
        <a:lstStyle/>
        <a:p>
          <a:pPr marL="0" lvl="0" indent="0" algn="l" defTabSz="488950">
            <a:lnSpc>
              <a:spcPct val="90000"/>
            </a:lnSpc>
            <a:spcBef>
              <a:spcPct val="0"/>
            </a:spcBef>
            <a:spcAft>
              <a:spcPct val="35000"/>
            </a:spcAft>
            <a:buNone/>
          </a:pPr>
          <a:r>
            <a:rPr lang="en-IN" sz="1100" kern="1200"/>
            <a:t>Removed columns with high uniqueness (e.g., policy_number, incident_location).</a:t>
          </a:r>
          <a:endParaRPr lang="en-US" sz="1100" kern="1200"/>
        </a:p>
        <a:p>
          <a:pPr marL="0" lvl="0" indent="0" algn="l" defTabSz="488950">
            <a:lnSpc>
              <a:spcPct val="90000"/>
            </a:lnSpc>
            <a:spcBef>
              <a:spcPct val="0"/>
            </a:spcBef>
            <a:spcAft>
              <a:spcPct val="35000"/>
            </a:spcAft>
            <a:buNone/>
          </a:pPr>
          <a:r>
            <a:rPr lang="en-IN" sz="1100" kern="1200"/>
            <a:t>Dropped raw date columns post feature derivation.</a:t>
          </a:r>
          <a:endParaRPr lang="en-US" sz="1100" kern="1200"/>
        </a:p>
        <a:p>
          <a:pPr marL="0" lvl="0" indent="0" algn="l" defTabSz="488950">
            <a:lnSpc>
              <a:spcPct val="90000"/>
            </a:lnSpc>
            <a:spcBef>
              <a:spcPct val="0"/>
            </a:spcBef>
            <a:spcAft>
              <a:spcPct val="35000"/>
            </a:spcAft>
            <a:buNone/>
          </a:pPr>
          <a:r>
            <a:rPr lang="en-IN" sz="1100" kern="1200"/>
            <a:t>Invalid/Illogical values – none found.</a:t>
          </a:r>
          <a:endParaRPr lang="en-US" sz="1100" kern="1200"/>
        </a:p>
      </dsp:txBody>
      <dsp:txXfrm>
        <a:off x="4705814" y="2206540"/>
        <a:ext cx="3489061" cy="881101"/>
      </dsp:txXfrm>
    </dsp:sp>
    <dsp:sp modelId="{86FAB0E6-141C-4EDD-A40A-F46A53A67FBA}">
      <dsp:nvSpPr>
        <dsp:cNvPr id="0" name=""/>
        <dsp:cNvSpPr/>
      </dsp:nvSpPr>
      <dsp:spPr>
        <a:xfrm>
          <a:off x="0" y="3307917"/>
          <a:ext cx="8195871" cy="88110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9F14BC-8E28-4798-BD77-2DC1363EB952}">
      <dsp:nvSpPr>
        <dsp:cNvPr id="0" name=""/>
        <dsp:cNvSpPr/>
      </dsp:nvSpPr>
      <dsp:spPr>
        <a:xfrm>
          <a:off x="266533" y="3506165"/>
          <a:ext cx="484605" cy="4846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6917ED3-381A-4641-9CA3-AF31B6907D86}">
      <dsp:nvSpPr>
        <dsp:cNvPr id="0" name=""/>
        <dsp:cNvSpPr/>
      </dsp:nvSpPr>
      <dsp:spPr>
        <a:xfrm>
          <a:off x="1017672" y="3307917"/>
          <a:ext cx="3688141" cy="881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250" tIns="93250" rIns="93250" bIns="93250" numCol="1" spcCol="1270" anchor="ctr" anchorCtr="0">
          <a:noAutofit/>
        </a:bodyPr>
        <a:lstStyle/>
        <a:p>
          <a:pPr marL="0" lvl="0" indent="0" algn="l" defTabSz="977900">
            <a:lnSpc>
              <a:spcPct val="90000"/>
            </a:lnSpc>
            <a:spcBef>
              <a:spcPct val="0"/>
            </a:spcBef>
            <a:spcAft>
              <a:spcPct val="35000"/>
            </a:spcAft>
            <a:buNone/>
          </a:pPr>
          <a:r>
            <a:rPr lang="en-IN" sz="2200" kern="1200"/>
            <a:t>Data Type Fixes</a:t>
          </a:r>
          <a:endParaRPr lang="en-US" sz="2200" kern="1200"/>
        </a:p>
      </dsp:txBody>
      <dsp:txXfrm>
        <a:off x="1017672" y="3307917"/>
        <a:ext cx="3688141" cy="881101"/>
      </dsp:txXfrm>
    </dsp:sp>
    <dsp:sp modelId="{E2164D2B-350F-4773-B135-0233C4724DAD}">
      <dsp:nvSpPr>
        <dsp:cNvPr id="0" name=""/>
        <dsp:cNvSpPr/>
      </dsp:nvSpPr>
      <dsp:spPr>
        <a:xfrm>
          <a:off x="4705814" y="3307917"/>
          <a:ext cx="3489061" cy="881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250" tIns="93250" rIns="93250" bIns="93250" numCol="1" spcCol="1270" anchor="ctr" anchorCtr="0">
          <a:noAutofit/>
        </a:bodyPr>
        <a:lstStyle/>
        <a:p>
          <a:pPr marL="0" lvl="0" indent="0" algn="l" defTabSz="488950">
            <a:lnSpc>
              <a:spcPct val="90000"/>
            </a:lnSpc>
            <a:spcBef>
              <a:spcPct val="0"/>
            </a:spcBef>
            <a:spcAft>
              <a:spcPct val="35000"/>
            </a:spcAft>
            <a:buNone/>
          </a:pPr>
          <a:r>
            <a:rPr lang="en-IN" sz="1100" kern="1200"/>
            <a:t>Converted </a:t>
          </a:r>
          <a:r>
            <a:rPr lang="en-IN" sz="1100" i="1" kern="1200"/>
            <a:t>'policy_bind_date</a:t>
          </a:r>
          <a:r>
            <a:rPr lang="en-IN" sz="1100" kern="1200"/>
            <a:t>' and </a:t>
          </a:r>
          <a:r>
            <a:rPr lang="en-IN" sz="1100" i="1" kern="1200"/>
            <a:t>'incident_date</a:t>
          </a:r>
          <a:r>
            <a:rPr lang="en-IN" sz="1100" kern="1200"/>
            <a:t>' to datetime format.</a:t>
          </a:r>
          <a:endParaRPr lang="en-US" sz="1100" kern="1200"/>
        </a:p>
        <a:p>
          <a:pPr marL="0" lvl="0" indent="0" algn="l" defTabSz="488950">
            <a:lnSpc>
              <a:spcPct val="90000"/>
            </a:lnSpc>
            <a:spcBef>
              <a:spcPct val="0"/>
            </a:spcBef>
            <a:spcAft>
              <a:spcPct val="35000"/>
            </a:spcAft>
            <a:buNone/>
          </a:pPr>
          <a:r>
            <a:rPr lang="en-IN" sz="1100" kern="1200"/>
            <a:t>Ensured consistency across data types for modeling.</a:t>
          </a:r>
          <a:endParaRPr lang="en-US" sz="1100" kern="1200"/>
        </a:p>
      </dsp:txBody>
      <dsp:txXfrm>
        <a:off x="4705814" y="3307917"/>
        <a:ext cx="3489061" cy="88110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AE006A-9A73-4A8C-B972-7C74BE92DF42}">
      <dsp:nvSpPr>
        <dsp:cNvPr id="0" name=""/>
        <dsp:cNvSpPr/>
      </dsp:nvSpPr>
      <dsp:spPr>
        <a:xfrm>
          <a:off x="376435" y="1016402"/>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2A6E32-7063-445D-9CDE-6DEF7F6661F7}">
      <dsp:nvSpPr>
        <dsp:cNvPr id="0" name=""/>
        <dsp:cNvSpPr/>
      </dsp:nvSpPr>
      <dsp:spPr>
        <a:xfrm>
          <a:off x="610435" y="1250402"/>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09339EE-B981-42B3-939C-1E9AEF24147E}">
      <dsp:nvSpPr>
        <dsp:cNvPr id="0" name=""/>
        <dsp:cNvSpPr/>
      </dsp:nvSpPr>
      <dsp:spPr>
        <a:xfrm>
          <a:off x="25435"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Dataset split into 70% training and 30% validation.</a:t>
          </a:r>
        </a:p>
      </dsp:txBody>
      <dsp:txXfrm>
        <a:off x="25435" y="2456402"/>
        <a:ext cx="1800000" cy="720000"/>
      </dsp:txXfrm>
    </dsp:sp>
    <dsp:sp modelId="{D69ECE56-2A8B-4856-9BFE-EB0A84C0D214}">
      <dsp:nvSpPr>
        <dsp:cNvPr id="0" name=""/>
        <dsp:cNvSpPr/>
      </dsp:nvSpPr>
      <dsp:spPr>
        <a:xfrm>
          <a:off x="2491435" y="1016402"/>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7F992A-5779-4FBF-9485-C5A653CEDF8A}">
      <dsp:nvSpPr>
        <dsp:cNvPr id="0" name=""/>
        <dsp:cNvSpPr/>
      </dsp:nvSpPr>
      <dsp:spPr>
        <a:xfrm>
          <a:off x="2725435" y="1250402"/>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14005AE-A99B-40E5-8EA2-2C35DE9E4C3D}">
      <dsp:nvSpPr>
        <dsp:cNvPr id="0" name=""/>
        <dsp:cNvSpPr/>
      </dsp:nvSpPr>
      <dsp:spPr>
        <a:xfrm>
          <a:off x="2140435"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Ensures evaluation of model performance on unseen data.</a:t>
          </a:r>
        </a:p>
      </dsp:txBody>
      <dsp:txXfrm>
        <a:off x="2140435" y="2456402"/>
        <a:ext cx="1800000" cy="720000"/>
      </dsp:txXfrm>
    </dsp:sp>
    <dsp:sp modelId="{E7967C9B-9CF6-4821-BD88-4DF5ACD24119}">
      <dsp:nvSpPr>
        <dsp:cNvPr id="0" name=""/>
        <dsp:cNvSpPr/>
      </dsp:nvSpPr>
      <dsp:spPr>
        <a:xfrm>
          <a:off x="4606435" y="1016402"/>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8FE215-69E0-4570-98A6-F40562BC14A5}">
      <dsp:nvSpPr>
        <dsp:cNvPr id="0" name=""/>
        <dsp:cNvSpPr/>
      </dsp:nvSpPr>
      <dsp:spPr>
        <a:xfrm>
          <a:off x="4840435" y="1250402"/>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0E757AA-D84A-44E1-BE3E-6CF8E029B6FA}">
      <dsp:nvSpPr>
        <dsp:cNvPr id="0" name=""/>
        <dsp:cNvSpPr/>
      </dsp:nvSpPr>
      <dsp:spPr>
        <a:xfrm>
          <a:off x="4255435"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Stratified sampling used to preserve fraud class balance.</a:t>
          </a:r>
        </a:p>
      </dsp:txBody>
      <dsp:txXfrm>
        <a:off x="4255435" y="2456402"/>
        <a:ext cx="1800000" cy="720000"/>
      </dsp:txXfrm>
    </dsp:sp>
    <dsp:sp modelId="{F8D70B65-D83B-470C-9C9D-DA26D55CAC9D}">
      <dsp:nvSpPr>
        <dsp:cNvPr id="0" name=""/>
        <dsp:cNvSpPr/>
      </dsp:nvSpPr>
      <dsp:spPr>
        <a:xfrm>
          <a:off x="6721435" y="1016402"/>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BCAA52-E087-4349-BA9B-79FDBE78907B}">
      <dsp:nvSpPr>
        <dsp:cNvPr id="0" name=""/>
        <dsp:cNvSpPr/>
      </dsp:nvSpPr>
      <dsp:spPr>
        <a:xfrm>
          <a:off x="6955435" y="1250402"/>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4D1DC48-D47F-4233-999C-0C905058095E}">
      <dsp:nvSpPr>
        <dsp:cNvPr id="0" name=""/>
        <dsp:cNvSpPr/>
      </dsp:nvSpPr>
      <dsp:spPr>
        <a:xfrm>
          <a:off x="6370435"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Prevents overfitting and provides fair performance estimation.</a:t>
          </a:r>
        </a:p>
      </dsp:txBody>
      <dsp:txXfrm>
        <a:off x="6370435" y="2456402"/>
        <a:ext cx="1800000"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FC409E-D06C-7D42-BB54-131827E0FFB9}">
      <dsp:nvSpPr>
        <dsp:cNvPr id="0" name=""/>
        <dsp:cNvSpPr/>
      </dsp:nvSpPr>
      <dsp:spPr>
        <a:xfrm>
          <a:off x="0" y="12862"/>
          <a:ext cx="5000124" cy="1761398"/>
        </a:xfrm>
        <a:prstGeom prst="round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The dataset had significant class imbalance (few fraud cases compared to legitimate claims).</a:t>
          </a:r>
        </a:p>
      </dsp:txBody>
      <dsp:txXfrm>
        <a:off x="85984" y="98846"/>
        <a:ext cx="4828156" cy="1589430"/>
      </dsp:txXfrm>
    </dsp:sp>
    <dsp:sp modelId="{25FE195B-E6A9-DE49-B5E1-F4A310990594}">
      <dsp:nvSpPr>
        <dsp:cNvPr id="0" name=""/>
        <dsp:cNvSpPr/>
      </dsp:nvSpPr>
      <dsp:spPr>
        <a:xfrm>
          <a:off x="0" y="1846260"/>
          <a:ext cx="5000124" cy="1761398"/>
        </a:xfrm>
        <a:prstGeom prst="roundRect">
          <a:avLst/>
        </a:prstGeom>
        <a:gradFill rotWithShape="0">
          <a:gsLst>
            <a:gs pos="0">
              <a:schemeClr val="accent5">
                <a:hueOff val="-4966938"/>
                <a:satOff val="19906"/>
                <a:lumOff val="4314"/>
                <a:alphaOff val="0"/>
                <a:tint val="100000"/>
                <a:shade val="100000"/>
                <a:satMod val="130000"/>
              </a:schemeClr>
            </a:gs>
            <a:gs pos="100000">
              <a:schemeClr val="accent5">
                <a:hueOff val="-4966938"/>
                <a:satOff val="19906"/>
                <a:lumOff val="4314"/>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Class imbalance can cause the model to ignore the minority (fraud) class.</a:t>
          </a:r>
        </a:p>
      </dsp:txBody>
      <dsp:txXfrm>
        <a:off x="85984" y="1932244"/>
        <a:ext cx="4828156" cy="1589430"/>
      </dsp:txXfrm>
    </dsp:sp>
    <dsp:sp modelId="{9AEFAA4B-BCE6-6A4F-AE10-AF679BEDDE77}">
      <dsp:nvSpPr>
        <dsp:cNvPr id="0" name=""/>
        <dsp:cNvSpPr/>
      </dsp:nvSpPr>
      <dsp:spPr>
        <a:xfrm>
          <a:off x="0" y="3679659"/>
          <a:ext cx="5000124" cy="1761398"/>
        </a:xfrm>
        <a:prstGeom prst="round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Resampling was used to balance classes (equal number of 'Y' and 'N'), ensuring fair model training and improved fraud detection.</a:t>
          </a:r>
        </a:p>
      </dsp:txBody>
      <dsp:txXfrm>
        <a:off x="85984" y="3765643"/>
        <a:ext cx="4828156" cy="158943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931F80-4064-3444-B01A-0924B0CB0947}">
      <dsp:nvSpPr>
        <dsp:cNvPr id="0" name=""/>
        <dsp:cNvSpPr/>
      </dsp:nvSpPr>
      <dsp:spPr>
        <a:xfrm>
          <a:off x="0" y="12862"/>
          <a:ext cx="5000124" cy="1761398"/>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Removed columns that duplicated information now captured by engineered features:</a:t>
          </a:r>
        </a:p>
      </dsp:txBody>
      <dsp:txXfrm>
        <a:off x="85984" y="98846"/>
        <a:ext cx="4828156" cy="1589430"/>
      </dsp:txXfrm>
    </dsp:sp>
    <dsp:sp modelId="{EF4B01A4-5509-7E43-8873-726D971497EA}">
      <dsp:nvSpPr>
        <dsp:cNvPr id="0" name=""/>
        <dsp:cNvSpPr/>
      </dsp:nvSpPr>
      <dsp:spPr>
        <a:xfrm>
          <a:off x="0" y="1846260"/>
          <a:ext cx="5000124" cy="1761398"/>
        </a:xfrm>
        <a:prstGeom prst="roundRect">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Dropped raw date columns, original claim components, and vehicle year.</a:t>
          </a:r>
        </a:p>
      </dsp:txBody>
      <dsp:txXfrm>
        <a:off x="85984" y="1932244"/>
        <a:ext cx="4828156" cy="1589430"/>
      </dsp:txXfrm>
    </dsp:sp>
    <dsp:sp modelId="{A51C5A64-8CA1-B94A-B1E3-1015A69D4C2B}">
      <dsp:nvSpPr>
        <dsp:cNvPr id="0" name=""/>
        <dsp:cNvSpPr/>
      </dsp:nvSpPr>
      <dsp:spPr>
        <a:xfrm>
          <a:off x="0" y="3679659"/>
          <a:ext cx="5000124" cy="1761398"/>
        </a:xfrm>
        <a:prstGeom prst="roundRect">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This step will reduce multicollinearity, simplify the dataset, and focuses learning on relevant inputs.</a:t>
          </a:r>
        </a:p>
      </dsp:txBody>
      <dsp:txXfrm>
        <a:off x="85984" y="3765643"/>
        <a:ext cx="4828156" cy="158943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05AD47-DAF8-4A42-9FAA-DBABDA018C2F}">
      <dsp:nvSpPr>
        <dsp:cNvPr id="0" name=""/>
        <dsp:cNvSpPr/>
      </dsp:nvSpPr>
      <dsp:spPr>
        <a:xfrm>
          <a:off x="7203" y="373988"/>
          <a:ext cx="2153016" cy="1291810"/>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a:t>Rare categories in features like occupation, hobbies, state, make, and model were grouped into 'Other’.</a:t>
          </a:r>
          <a:endParaRPr lang="en-US" sz="1300" kern="1200"/>
        </a:p>
      </dsp:txBody>
      <dsp:txXfrm>
        <a:off x="45039" y="411824"/>
        <a:ext cx="2077344" cy="1216138"/>
      </dsp:txXfrm>
    </dsp:sp>
    <dsp:sp modelId="{B308EDAC-A921-E341-AFE1-ABB6567BF05D}">
      <dsp:nvSpPr>
        <dsp:cNvPr id="0" name=""/>
        <dsp:cNvSpPr/>
      </dsp:nvSpPr>
      <dsp:spPr>
        <a:xfrm>
          <a:off x="2349685" y="752919"/>
          <a:ext cx="456439" cy="533948"/>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349685" y="859709"/>
        <a:ext cx="319507" cy="320368"/>
      </dsp:txXfrm>
    </dsp:sp>
    <dsp:sp modelId="{4833B190-6284-7B43-BDAD-89DA21A8861D}">
      <dsp:nvSpPr>
        <dsp:cNvPr id="0" name=""/>
        <dsp:cNvSpPr/>
      </dsp:nvSpPr>
      <dsp:spPr>
        <a:xfrm>
          <a:off x="3021427" y="373988"/>
          <a:ext cx="2153016" cy="1291810"/>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a:t>This step prevents overfitting, improves generalization, and ensures each category has sufficient data for learning meaningful patterns.</a:t>
          </a:r>
          <a:endParaRPr lang="en-US" sz="1300" kern="1200"/>
        </a:p>
      </dsp:txBody>
      <dsp:txXfrm>
        <a:off x="3059263" y="411824"/>
        <a:ext cx="2077344" cy="1216138"/>
      </dsp:txXfrm>
    </dsp:sp>
    <dsp:sp modelId="{076BB89A-8D15-BF41-ACF3-DEF1EEC16847}">
      <dsp:nvSpPr>
        <dsp:cNvPr id="0" name=""/>
        <dsp:cNvSpPr/>
      </dsp:nvSpPr>
      <dsp:spPr>
        <a:xfrm>
          <a:off x="5363909" y="752919"/>
          <a:ext cx="456439" cy="533948"/>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5363909" y="859709"/>
        <a:ext cx="319507" cy="320368"/>
      </dsp:txXfrm>
    </dsp:sp>
    <dsp:sp modelId="{A4155CED-3DF8-AB41-B190-067ABC60277F}">
      <dsp:nvSpPr>
        <dsp:cNvPr id="0" name=""/>
        <dsp:cNvSpPr/>
      </dsp:nvSpPr>
      <dsp:spPr>
        <a:xfrm>
          <a:off x="6035650" y="373988"/>
          <a:ext cx="2153016" cy="1291810"/>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a:t>All categorical variables were converted to dummy (one-hot) variables.</a:t>
          </a:r>
          <a:endParaRPr lang="en-US" sz="1300" kern="1200"/>
        </a:p>
      </dsp:txBody>
      <dsp:txXfrm>
        <a:off x="6073486" y="411824"/>
        <a:ext cx="2077344" cy="1216138"/>
      </dsp:txXfrm>
    </dsp:sp>
    <dsp:sp modelId="{C14DA2AC-F6F9-A642-BE1B-3E444B0CBA18}">
      <dsp:nvSpPr>
        <dsp:cNvPr id="0" name=""/>
        <dsp:cNvSpPr/>
      </dsp:nvSpPr>
      <dsp:spPr>
        <a:xfrm rot="5400000">
          <a:off x="6883939" y="1816510"/>
          <a:ext cx="456439" cy="533948"/>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6951975" y="1855264"/>
        <a:ext cx="320368" cy="319507"/>
      </dsp:txXfrm>
    </dsp:sp>
    <dsp:sp modelId="{C252423B-DBD0-254F-931E-392ACCF1DA92}">
      <dsp:nvSpPr>
        <dsp:cNvPr id="0" name=""/>
        <dsp:cNvSpPr/>
      </dsp:nvSpPr>
      <dsp:spPr>
        <a:xfrm>
          <a:off x="6035650" y="2527005"/>
          <a:ext cx="2153016" cy="1291810"/>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a:t>Ensured consistent encoding across training and validation sets.</a:t>
          </a:r>
          <a:endParaRPr lang="en-US" sz="1300" kern="1200"/>
        </a:p>
      </dsp:txBody>
      <dsp:txXfrm>
        <a:off x="6073486" y="2564841"/>
        <a:ext cx="2077344" cy="1216138"/>
      </dsp:txXfrm>
    </dsp:sp>
    <dsp:sp modelId="{65502FD9-EF8A-A248-9FC5-DCB16511D2B7}">
      <dsp:nvSpPr>
        <dsp:cNvPr id="0" name=""/>
        <dsp:cNvSpPr/>
      </dsp:nvSpPr>
      <dsp:spPr>
        <a:xfrm rot="10800000">
          <a:off x="5389745" y="2905936"/>
          <a:ext cx="456439" cy="533948"/>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5526677" y="3012726"/>
        <a:ext cx="319507" cy="320368"/>
      </dsp:txXfrm>
    </dsp:sp>
    <dsp:sp modelId="{82132BD4-365C-9B4C-AE80-4A77B3EC4A55}">
      <dsp:nvSpPr>
        <dsp:cNvPr id="0" name=""/>
        <dsp:cNvSpPr/>
      </dsp:nvSpPr>
      <dsp:spPr>
        <a:xfrm>
          <a:off x="3021427" y="2527005"/>
          <a:ext cx="2153016" cy="1291810"/>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a:t>Required for most machine learning models to interpret categorical data numerically.</a:t>
          </a:r>
          <a:endParaRPr lang="en-US" sz="1300" kern="1200"/>
        </a:p>
      </dsp:txBody>
      <dsp:txXfrm>
        <a:off x="3059263" y="2564841"/>
        <a:ext cx="2077344" cy="121613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B0BA59-2D05-C548-B613-5EB6DCB7325D}">
      <dsp:nvSpPr>
        <dsp:cNvPr id="0" name=""/>
        <dsp:cNvSpPr/>
      </dsp:nvSpPr>
      <dsp:spPr>
        <a:xfrm>
          <a:off x="0" y="4174803"/>
          <a:ext cx="3646835" cy="137026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kern="1200"/>
            <a:t>Fair comparison using the same features and optimal cutoff selection.</a:t>
          </a:r>
          <a:endParaRPr lang="en-US" sz="1600" kern="1200"/>
        </a:p>
      </dsp:txBody>
      <dsp:txXfrm>
        <a:off x="0" y="4174803"/>
        <a:ext cx="3646835" cy="1370263"/>
      </dsp:txXfrm>
    </dsp:sp>
    <dsp:sp modelId="{7743B1A4-9C34-1F49-AF47-F875B35535FF}">
      <dsp:nvSpPr>
        <dsp:cNvPr id="0" name=""/>
        <dsp:cNvSpPr/>
      </dsp:nvSpPr>
      <dsp:spPr>
        <a:xfrm rot="10800000">
          <a:off x="0" y="2087891"/>
          <a:ext cx="3646835" cy="2107465"/>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kern="1200"/>
            <a:t>Data split into training, validation, and test sets for unbiased evaluation.</a:t>
          </a:r>
          <a:endParaRPr lang="en-US" sz="1600" kern="1200"/>
        </a:p>
      </dsp:txBody>
      <dsp:txXfrm rot="10800000">
        <a:off x="0" y="2087891"/>
        <a:ext cx="3646835" cy="1369368"/>
      </dsp:txXfrm>
    </dsp:sp>
    <dsp:sp modelId="{17673951-DAEB-CA45-8E45-3271EB7C0ACD}">
      <dsp:nvSpPr>
        <dsp:cNvPr id="0" name=""/>
        <dsp:cNvSpPr/>
      </dsp:nvSpPr>
      <dsp:spPr>
        <a:xfrm rot="10800000">
          <a:off x="0" y="980"/>
          <a:ext cx="3646835" cy="2107465"/>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kern="1200"/>
            <a:t>Developed and compared two machine learning models for fraud detection:</a:t>
          </a:r>
          <a:endParaRPr lang="en-US" sz="1600" kern="1200"/>
        </a:p>
      </dsp:txBody>
      <dsp:txXfrm rot="-10800000">
        <a:off x="0" y="980"/>
        <a:ext cx="3646835" cy="739720"/>
      </dsp:txXfrm>
    </dsp:sp>
    <dsp:sp modelId="{BA7BB484-FF77-384F-A2DA-6E6370E6F3A0}">
      <dsp:nvSpPr>
        <dsp:cNvPr id="0" name=""/>
        <dsp:cNvSpPr/>
      </dsp:nvSpPr>
      <dsp:spPr>
        <a:xfrm>
          <a:off x="0" y="740700"/>
          <a:ext cx="1823417" cy="630132"/>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en-IN" sz="1200" kern="1200"/>
            <a:t>Logistic Regression: Interpretable, strong baseline.</a:t>
          </a:r>
          <a:endParaRPr lang="en-US" sz="1200" kern="1200"/>
        </a:p>
      </dsp:txBody>
      <dsp:txXfrm>
        <a:off x="0" y="740700"/>
        <a:ext cx="1823417" cy="630132"/>
      </dsp:txXfrm>
    </dsp:sp>
    <dsp:sp modelId="{CEC763BF-7A1F-6D42-9A30-41181A4BC49E}">
      <dsp:nvSpPr>
        <dsp:cNvPr id="0" name=""/>
        <dsp:cNvSpPr/>
      </dsp:nvSpPr>
      <dsp:spPr>
        <a:xfrm>
          <a:off x="1823417" y="740700"/>
          <a:ext cx="1823417" cy="630132"/>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en-IN" sz="1200" kern="1200"/>
            <a:t>Random Forest: Captures non-linearities, robust to overfitting.</a:t>
          </a:r>
          <a:endParaRPr lang="en-US" sz="1200" kern="1200"/>
        </a:p>
      </dsp:txBody>
      <dsp:txXfrm>
        <a:off x="1823417" y="740700"/>
        <a:ext cx="1823417" cy="63013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386DE5-85A5-B24A-B02F-A252E8445F36}">
      <dsp:nvSpPr>
        <dsp:cNvPr id="0" name=""/>
        <dsp:cNvSpPr/>
      </dsp:nvSpPr>
      <dsp:spPr>
        <a:xfrm>
          <a:off x="2622678" y="1013"/>
          <a:ext cx="2950513" cy="58998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Accuracy: 0.8909</a:t>
          </a:r>
        </a:p>
      </dsp:txBody>
      <dsp:txXfrm>
        <a:off x="2651478" y="29813"/>
        <a:ext cx="2892913" cy="532380"/>
      </dsp:txXfrm>
    </dsp:sp>
    <dsp:sp modelId="{6617CC4E-F7B4-FC41-A440-71CB2488C169}">
      <dsp:nvSpPr>
        <dsp:cNvPr id="0" name=""/>
        <dsp:cNvSpPr/>
      </dsp:nvSpPr>
      <dsp:spPr>
        <a:xfrm>
          <a:off x="2622678" y="620492"/>
          <a:ext cx="2950513" cy="589980"/>
        </a:xfrm>
        <a:prstGeom prst="roundRect">
          <a:avLst/>
        </a:prstGeom>
        <a:solidFill>
          <a:schemeClr val="accent2">
            <a:hueOff val="936304"/>
            <a:satOff val="-1168"/>
            <a:lumOff val="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Sensitivity: 0.8937</a:t>
          </a:r>
        </a:p>
      </dsp:txBody>
      <dsp:txXfrm>
        <a:off x="2651478" y="649292"/>
        <a:ext cx="2892913" cy="532380"/>
      </dsp:txXfrm>
    </dsp:sp>
    <dsp:sp modelId="{9110DAAB-59A5-2D43-97B0-BE6BD8ACFCAC}">
      <dsp:nvSpPr>
        <dsp:cNvPr id="0" name=""/>
        <dsp:cNvSpPr/>
      </dsp:nvSpPr>
      <dsp:spPr>
        <a:xfrm>
          <a:off x="2622678" y="1239972"/>
          <a:ext cx="2950513" cy="589980"/>
        </a:xfrm>
        <a:prstGeom prst="roundRect">
          <a:avLst/>
        </a:prstGeom>
        <a:solidFill>
          <a:schemeClr val="accent2">
            <a:hueOff val="1872608"/>
            <a:satOff val="-233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Specificity: 0.8880</a:t>
          </a:r>
        </a:p>
      </dsp:txBody>
      <dsp:txXfrm>
        <a:off x="2651478" y="1268772"/>
        <a:ext cx="2892913" cy="532380"/>
      </dsp:txXfrm>
    </dsp:sp>
    <dsp:sp modelId="{D05EB866-2513-1945-875F-D934DD325A86}">
      <dsp:nvSpPr>
        <dsp:cNvPr id="0" name=""/>
        <dsp:cNvSpPr/>
      </dsp:nvSpPr>
      <dsp:spPr>
        <a:xfrm>
          <a:off x="2622678" y="1859452"/>
          <a:ext cx="2950513" cy="589980"/>
        </a:xfrm>
        <a:prstGeom prst="roundRect">
          <a:avLst/>
        </a:prstGeom>
        <a:solidFill>
          <a:schemeClr val="accent2">
            <a:hueOff val="2808912"/>
            <a:satOff val="-3503"/>
            <a:lumOff val="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Precision: 0.8887</a:t>
          </a:r>
        </a:p>
      </dsp:txBody>
      <dsp:txXfrm>
        <a:off x="2651478" y="1888252"/>
        <a:ext cx="2892913" cy="532380"/>
      </dsp:txXfrm>
    </dsp:sp>
    <dsp:sp modelId="{033F3B7A-7507-834E-86B4-BB692229CF56}">
      <dsp:nvSpPr>
        <dsp:cNvPr id="0" name=""/>
        <dsp:cNvSpPr/>
      </dsp:nvSpPr>
      <dsp:spPr>
        <a:xfrm>
          <a:off x="2622678" y="2478931"/>
          <a:ext cx="2950513" cy="589980"/>
        </a:xfrm>
        <a:prstGeom prst="roundRect">
          <a:avLst/>
        </a:prstGeom>
        <a:solidFill>
          <a:schemeClr val="accent2">
            <a:hueOff val="3745216"/>
            <a:satOff val="-4671"/>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Recall: 0.8937</a:t>
          </a:r>
        </a:p>
      </dsp:txBody>
      <dsp:txXfrm>
        <a:off x="2651478" y="2507731"/>
        <a:ext cx="2892913" cy="532380"/>
      </dsp:txXfrm>
    </dsp:sp>
    <dsp:sp modelId="{5DA98940-7DD9-0540-A514-B3D3AFA6FEEB}">
      <dsp:nvSpPr>
        <dsp:cNvPr id="0" name=""/>
        <dsp:cNvSpPr/>
      </dsp:nvSpPr>
      <dsp:spPr>
        <a:xfrm>
          <a:off x="2622678" y="3098411"/>
          <a:ext cx="2950513" cy="589980"/>
        </a:xfrm>
        <a:prstGeom prst="roundRect">
          <a:avLst/>
        </a:prstGeom>
        <a:solidFill>
          <a:schemeClr val="accent2">
            <a:hueOff val="4681520"/>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F1 Score: 0.8912</a:t>
          </a:r>
        </a:p>
      </dsp:txBody>
      <dsp:txXfrm>
        <a:off x="2651478" y="3127211"/>
        <a:ext cx="2892913" cy="53238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4B95F3-6A7A-9248-BDCD-302D736C5B8F}">
      <dsp:nvSpPr>
        <dsp:cNvPr id="0" name=""/>
        <dsp:cNvSpPr/>
      </dsp:nvSpPr>
      <dsp:spPr>
        <a:xfrm>
          <a:off x="2622678" y="315"/>
          <a:ext cx="2950513" cy="50531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a:t>Accuracy: 0.9630</a:t>
          </a:r>
        </a:p>
      </dsp:txBody>
      <dsp:txXfrm>
        <a:off x="2647345" y="24982"/>
        <a:ext cx="2901179" cy="455977"/>
      </dsp:txXfrm>
    </dsp:sp>
    <dsp:sp modelId="{2406A8D1-C8D5-F94A-AFB4-69566093488C}">
      <dsp:nvSpPr>
        <dsp:cNvPr id="0" name=""/>
        <dsp:cNvSpPr/>
      </dsp:nvSpPr>
      <dsp:spPr>
        <a:xfrm>
          <a:off x="2622678" y="530892"/>
          <a:ext cx="2950513" cy="505311"/>
        </a:xfrm>
        <a:prstGeom prst="roundRect">
          <a:avLst/>
        </a:prstGeom>
        <a:solidFill>
          <a:schemeClr val="accent2">
            <a:hueOff val="780253"/>
            <a:satOff val="-973"/>
            <a:lumOff val="22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dirty="0"/>
            <a:t>Mean CV score: 0.8975</a:t>
          </a:r>
        </a:p>
      </dsp:txBody>
      <dsp:txXfrm>
        <a:off x="2647345" y="555559"/>
        <a:ext cx="2901179" cy="455977"/>
      </dsp:txXfrm>
    </dsp:sp>
    <dsp:sp modelId="{9CFBE51B-3B7B-1845-9761-6A471CF5FE41}">
      <dsp:nvSpPr>
        <dsp:cNvPr id="0" name=""/>
        <dsp:cNvSpPr/>
      </dsp:nvSpPr>
      <dsp:spPr>
        <a:xfrm>
          <a:off x="2622678" y="1061469"/>
          <a:ext cx="2950513" cy="505311"/>
        </a:xfrm>
        <a:prstGeom prst="roundRect">
          <a:avLst/>
        </a:prstGeom>
        <a:solidFill>
          <a:schemeClr val="accent2">
            <a:hueOff val="1560507"/>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dirty="0"/>
            <a:t>Sensitivity : 0.9886</a:t>
          </a:r>
        </a:p>
      </dsp:txBody>
      <dsp:txXfrm>
        <a:off x="2647345" y="1086136"/>
        <a:ext cx="2901179" cy="455977"/>
      </dsp:txXfrm>
    </dsp:sp>
    <dsp:sp modelId="{CDB9B806-2518-794A-8B77-CF0E7BC54A8B}">
      <dsp:nvSpPr>
        <dsp:cNvPr id="0" name=""/>
        <dsp:cNvSpPr/>
      </dsp:nvSpPr>
      <dsp:spPr>
        <a:xfrm>
          <a:off x="2622678" y="1592046"/>
          <a:ext cx="2950513" cy="505311"/>
        </a:xfrm>
        <a:prstGeom prst="roundRect">
          <a:avLst/>
        </a:prstGeom>
        <a:solidFill>
          <a:schemeClr val="accent2">
            <a:hueOff val="2340760"/>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a:t>Specificity: 0.9374</a:t>
          </a:r>
        </a:p>
      </dsp:txBody>
      <dsp:txXfrm>
        <a:off x="2647345" y="1616713"/>
        <a:ext cx="2901179" cy="455977"/>
      </dsp:txXfrm>
    </dsp:sp>
    <dsp:sp modelId="{6F2A9B36-D072-7E47-9979-177C33D576B2}">
      <dsp:nvSpPr>
        <dsp:cNvPr id="0" name=""/>
        <dsp:cNvSpPr/>
      </dsp:nvSpPr>
      <dsp:spPr>
        <a:xfrm>
          <a:off x="2622678" y="2122623"/>
          <a:ext cx="2950513" cy="505311"/>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a:t>Precision: 0.9404</a:t>
          </a:r>
        </a:p>
      </dsp:txBody>
      <dsp:txXfrm>
        <a:off x="2647345" y="2147290"/>
        <a:ext cx="2901179" cy="455977"/>
      </dsp:txXfrm>
    </dsp:sp>
    <dsp:sp modelId="{547CB817-183E-5541-93D9-7DBCB975EA59}">
      <dsp:nvSpPr>
        <dsp:cNvPr id="0" name=""/>
        <dsp:cNvSpPr/>
      </dsp:nvSpPr>
      <dsp:spPr>
        <a:xfrm>
          <a:off x="2622678" y="2653201"/>
          <a:ext cx="2950513" cy="505311"/>
        </a:xfrm>
        <a:prstGeom prst="roundRect">
          <a:avLst/>
        </a:prstGeom>
        <a:solidFill>
          <a:schemeClr val="accent2">
            <a:hueOff val="3901266"/>
            <a:satOff val="-4866"/>
            <a:lumOff val="114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a:t>Recall: 0.9886</a:t>
          </a:r>
        </a:p>
      </dsp:txBody>
      <dsp:txXfrm>
        <a:off x="2647345" y="2677868"/>
        <a:ext cx="2901179" cy="455977"/>
      </dsp:txXfrm>
    </dsp:sp>
    <dsp:sp modelId="{9F0AF664-77EF-D34A-874F-554DA9284E10}">
      <dsp:nvSpPr>
        <dsp:cNvPr id="0" name=""/>
        <dsp:cNvSpPr/>
      </dsp:nvSpPr>
      <dsp:spPr>
        <a:xfrm>
          <a:off x="2622678" y="3183778"/>
          <a:ext cx="2950513" cy="505311"/>
        </a:xfrm>
        <a:prstGeom prst="roundRect">
          <a:avLst/>
        </a:prstGeom>
        <a:solidFill>
          <a:schemeClr val="accent2">
            <a:hueOff val="4681520"/>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dirty="0"/>
            <a:t>F1 Score: 0.9639</a:t>
          </a:r>
        </a:p>
      </dsp:txBody>
      <dsp:txXfrm>
        <a:off x="2647345" y="3208445"/>
        <a:ext cx="2901179" cy="45597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792F1B-95C3-4C4C-A8FF-8B24B621CF81}">
      <dsp:nvSpPr>
        <dsp:cNvPr id="0" name=""/>
        <dsp:cNvSpPr/>
      </dsp:nvSpPr>
      <dsp:spPr>
        <a:xfrm>
          <a:off x="0" y="179916"/>
          <a:ext cx="2561209" cy="1536725"/>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err="1"/>
            <a:t>max_depth</a:t>
          </a:r>
          <a:r>
            <a:rPr lang="en-US" sz="2100" kern="1200" dirty="0"/>
            <a:t>=None</a:t>
          </a:r>
        </a:p>
      </dsp:txBody>
      <dsp:txXfrm>
        <a:off x="0" y="179916"/>
        <a:ext cx="2561209" cy="1536725"/>
      </dsp:txXfrm>
    </dsp:sp>
    <dsp:sp modelId="{B8E6D4F9-BD66-964D-92B5-684629EBD4A8}">
      <dsp:nvSpPr>
        <dsp:cNvPr id="0" name=""/>
        <dsp:cNvSpPr/>
      </dsp:nvSpPr>
      <dsp:spPr>
        <a:xfrm>
          <a:off x="2817330" y="179916"/>
          <a:ext cx="2561209" cy="1536725"/>
        </a:xfrm>
        <a:prstGeom prst="rect">
          <a:avLst/>
        </a:prstGeom>
        <a:solidFill>
          <a:schemeClr val="accent2">
            <a:hueOff val="936304"/>
            <a:satOff val="-1168"/>
            <a:lumOff val="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err="1"/>
            <a:t>max_features</a:t>
          </a:r>
          <a:r>
            <a:rPr lang="en-US" sz="2100" kern="1200" dirty="0"/>
            <a:t>=sqrt</a:t>
          </a:r>
        </a:p>
      </dsp:txBody>
      <dsp:txXfrm>
        <a:off x="2817330" y="179916"/>
        <a:ext cx="2561209" cy="1536725"/>
      </dsp:txXfrm>
    </dsp:sp>
    <dsp:sp modelId="{B566312C-64E4-5D45-B929-E35583E0FC32}">
      <dsp:nvSpPr>
        <dsp:cNvPr id="0" name=""/>
        <dsp:cNvSpPr/>
      </dsp:nvSpPr>
      <dsp:spPr>
        <a:xfrm>
          <a:off x="5634661" y="179916"/>
          <a:ext cx="2561209" cy="1536725"/>
        </a:xfrm>
        <a:prstGeom prst="rect">
          <a:avLst/>
        </a:prstGeom>
        <a:solidFill>
          <a:schemeClr val="accent2">
            <a:hueOff val="1872608"/>
            <a:satOff val="-233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err="1"/>
            <a:t>min_samples_leaf</a:t>
          </a:r>
          <a:r>
            <a:rPr lang="en-US" sz="2100" kern="1200" dirty="0"/>
            <a:t>=1</a:t>
          </a:r>
        </a:p>
      </dsp:txBody>
      <dsp:txXfrm>
        <a:off x="5634661" y="179916"/>
        <a:ext cx="2561209" cy="1536725"/>
      </dsp:txXfrm>
    </dsp:sp>
    <dsp:sp modelId="{F61E4150-0EFC-A74F-8614-63EC2BA2AF13}">
      <dsp:nvSpPr>
        <dsp:cNvPr id="0" name=""/>
        <dsp:cNvSpPr/>
      </dsp:nvSpPr>
      <dsp:spPr>
        <a:xfrm>
          <a:off x="0" y="1972762"/>
          <a:ext cx="2561209" cy="1536725"/>
        </a:xfrm>
        <a:prstGeom prst="rect">
          <a:avLst/>
        </a:prstGeom>
        <a:solidFill>
          <a:schemeClr val="accent2">
            <a:hueOff val="2808912"/>
            <a:satOff val="-3503"/>
            <a:lumOff val="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err="1"/>
            <a:t>min_samples_split</a:t>
          </a:r>
          <a:r>
            <a:rPr lang="en-US" sz="2100" kern="1200" dirty="0"/>
            <a:t>=2</a:t>
          </a:r>
        </a:p>
      </dsp:txBody>
      <dsp:txXfrm>
        <a:off x="0" y="1972762"/>
        <a:ext cx="2561209" cy="1536725"/>
      </dsp:txXfrm>
    </dsp:sp>
    <dsp:sp modelId="{AD74E8B3-5FEF-9941-8767-6BC2AE65F26C}">
      <dsp:nvSpPr>
        <dsp:cNvPr id="0" name=""/>
        <dsp:cNvSpPr/>
      </dsp:nvSpPr>
      <dsp:spPr>
        <a:xfrm>
          <a:off x="2817330" y="1972762"/>
          <a:ext cx="2561209" cy="1536725"/>
        </a:xfrm>
        <a:prstGeom prst="rect">
          <a:avLst/>
        </a:prstGeom>
        <a:solidFill>
          <a:schemeClr val="accent2">
            <a:hueOff val="3745216"/>
            <a:satOff val="-4671"/>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err="1"/>
            <a:t>n_estimators</a:t>
          </a:r>
          <a:r>
            <a:rPr lang="en-US" sz="2100" kern="1200" dirty="0"/>
            <a:t>=100</a:t>
          </a:r>
        </a:p>
      </dsp:txBody>
      <dsp:txXfrm>
        <a:off x="2817330" y="1972762"/>
        <a:ext cx="2561209" cy="1536725"/>
      </dsp:txXfrm>
    </dsp:sp>
    <dsp:sp modelId="{C541DEB4-C9A3-654A-B1D4-CF0163DDF56F}">
      <dsp:nvSpPr>
        <dsp:cNvPr id="0" name=""/>
        <dsp:cNvSpPr/>
      </dsp:nvSpPr>
      <dsp:spPr>
        <a:xfrm>
          <a:off x="5634661" y="1972762"/>
          <a:ext cx="2561209" cy="1536725"/>
        </a:xfrm>
        <a:prstGeom prst="rect">
          <a:avLst/>
        </a:prstGeom>
        <a:solidFill>
          <a:schemeClr val="accent2">
            <a:hueOff val="4681520"/>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random_state=42</a:t>
          </a:r>
        </a:p>
      </dsp:txBody>
      <dsp:txXfrm>
        <a:off x="5634661" y="1972762"/>
        <a:ext cx="2561209" cy="153672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801095-BA01-F74B-80A3-BA5199A9ACBA}">
      <dsp:nvSpPr>
        <dsp:cNvPr id="0" name=""/>
        <dsp:cNvSpPr/>
      </dsp:nvSpPr>
      <dsp:spPr>
        <a:xfrm>
          <a:off x="2622678" y="1013"/>
          <a:ext cx="2950513" cy="58998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Accuracy: 0.9630</a:t>
          </a:r>
        </a:p>
      </dsp:txBody>
      <dsp:txXfrm>
        <a:off x="2651478" y="29813"/>
        <a:ext cx="2892913" cy="532380"/>
      </dsp:txXfrm>
    </dsp:sp>
    <dsp:sp modelId="{ADC16034-123E-4246-AB93-7464FF53D95E}">
      <dsp:nvSpPr>
        <dsp:cNvPr id="0" name=""/>
        <dsp:cNvSpPr/>
      </dsp:nvSpPr>
      <dsp:spPr>
        <a:xfrm>
          <a:off x="2622678" y="620492"/>
          <a:ext cx="2950513" cy="589980"/>
        </a:xfrm>
        <a:prstGeom prst="roundRect">
          <a:avLst/>
        </a:prstGeom>
        <a:solidFill>
          <a:schemeClr val="accent2">
            <a:hueOff val="936304"/>
            <a:satOff val="-1168"/>
            <a:lumOff val="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Sensitivity: 0.9886</a:t>
          </a:r>
        </a:p>
      </dsp:txBody>
      <dsp:txXfrm>
        <a:off x="2651478" y="649292"/>
        <a:ext cx="2892913" cy="532380"/>
      </dsp:txXfrm>
    </dsp:sp>
    <dsp:sp modelId="{A2A575D3-BAA3-AA41-817B-DFC399CE431E}">
      <dsp:nvSpPr>
        <dsp:cNvPr id="0" name=""/>
        <dsp:cNvSpPr/>
      </dsp:nvSpPr>
      <dsp:spPr>
        <a:xfrm>
          <a:off x="2622678" y="1239972"/>
          <a:ext cx="2950513" cy="589980"/>
        </a:xfrm>
        <a:prstGeom prst="roundRect">
          <a:avLst/>
        </a:prstGeom>
        <a:solidFill>
          <a:schemeClr val="accent2">
            <a:hueOff val="1872608"/>
            <a:satOff val="-233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Specificity: 0.9374</a:t>
          </a:r>
        </a:p>
      </dsp:txBody>
      <dsp:txXfrm>
        <a:off x="2651478" y="1268772"/>
        <a:ext cx="2892913" cy="532380"/>
      </dsp:txXfrm>
    </dsp:sp>
    <dsp:sp modelId="{BFCBFAB6-6522-9244-8EFD-68A72452AE80}">
      <dsp:nvSpPr>
        <dsp:cNvPr id="0" name=""/>
        <dsp:cNvSpPr/>
      </dsp:nvSpPr>
      <dsp:spPr>
        <a:xfrm>
          <a:off x="2622678" y="1859452"/>
          <a:ext cx="2950513" cy="589980"/>
        </a:xfrm>
        <a:prstGeom prst="roundRect">
          <a:avLst/>
        </a:prstGeom>
        <a:solidFill>
          <a:schemeClr val="accent2">
            <a:hueOff val="2808912"/>
            <a:satOff val="-3503"/>
            <a:lumOff val="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Precision: 0.9404</a:t>
          </a:r>
        </a:p>
      </dsp:txBody>
      <dsp:txXfrm>
        <a:off x="2651478" y="1888252"/>
        <a:ext cx="2892913" cy="532380"/>
      </dsp:txXfrm>
    </dsp:sp>
    <dsp:sp modelId="{FDB84222-82DD-7A4C-A792-33522CA48602}">
      <dsp:nvSpPr>
        <dsp:cNvPr id="0" name=""/>
        <dsp:cNvSpPr/>
      </dsp:nvSpPr>
      <dsp:spPr>
        <a:xfrm>
          <a:off x="2622678" y="2478931"/>
          <a:ext cx="2950513" cy="589980"/>
        </a:xfrm>
        <a:prstGeom prst="roundRect">
          <a:avLst/>
        </a:prstGeom>
        <a:solidFill>
          <a:schemeClr val="accent2">
            <a:hueOff val="3745216"/>
            <a:satOff val="-4671"/>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Recall: 0.9886</a:t>
          </a:r>
        </a:p>
      </dsp:txBody>
      <dsp:txXfrm>
        <a:off x="2651478" y="2507731"/>
        <a:ext cx="2892913" cy="532380"/>
      </dsp:txXfrm>
    </dsp:sp>
    <dsp:sp modelId="{C687E0BB-4FAD-EB46-B3BC-48905CBBD973}">
      <dsp:nvSpPr>
        <dsp:cNvPr id="0" name=""/>
        <dsp:cNvSpPr/>
      </dsp:nvSpPr>
      <dsp:spPr>
        <a:xfrm>
          <a:off x="2622678" y="3098411"/>
          <a:ext cx="2950513" cy="589980"/>
        </a:xfrm>
        <a:prstGeom prst="roundRect">
          <a:avLst/>
        </a:prstGeom>
        <a:solidFill>
          <a:schemeClr val="accent2">
            <a:hueOff val="4681520"/>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F1 Score: 0.9639</a:t>
          </a:r>
        </a:p>
      </dsp:txBody>
      <dsp:txXfrm>
        <a:off x="2651478" y="3127211"/>
        <a:ext cx="2892913" cy="53238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D9B635-F2EF-D347-8B62-984DF0E8B514}">
      <dsp:nvSpPr>
        <dsp:cNvPr id="0" name=""/>
        <dsp:cNvSpPr/>
      </dsp:nvSpPr>
      <dsp:spPr>
        <a:xfrm>
          <a:off x="2622678" y="1151"/>
          <a:ext cx="2950513" cy="67048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Accuracy: 0.8300</a:t>
          </a:r>
        </a:p>
      </dsp:txBody>
      <dsp:txXfrm>
        <a:off x="2655408" y="33881"/>
        <a:ext cx="2885053" cy="605020"/>
      </dsp:txXfrm>
    </dsp:sp>
    <dsp:sp modelId="{C2D29763-35F8-3345-9F48-95A98A4965CA}">
      <dsp:nvSpPr>
        <dsp:cNvPr id="0" name=""/>
        <dsp:cNvSpPr/>
      </dsp:nvSpPr>
      <dsp:spPr>
        <a:xfrm>
          <a:off x="2622678" y="705155"/>
          <a:ext cx="2950513" cy="670480"/>
        </a:xfrm>
        <a:prstGeom prst="roundRect">
          <a:avLst/>
        </a:prstGeom>
        <a:solidFill>
          <a:schemeClr val="accent5">
            <a:hueOff val="-1986775"/>
            <a:satOff val="7962"/>
            <a:lumOff val="172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Sensitivity: 0.7027</a:t>
          </a:r>
        </a:p>
      </dsp:txBody>
      <dsp:txXfrm>
        <a:off x="2655408" y="737885"/>
        <a:ext cx="2885053" cy="605020"/>
      </dsp:txXfrm>
    </dsp:sp>
    <dsp:sp modelId="{E617AB06-6722-3149-B147-58E0E5C9B103}">
      <dsp:nvSpPr>
        <dsp:cNvPr id="0" name=""/>
        <dsp:cNvSpPr/>
      </dsp:nvSpPr>
      <dsp:spPr>
        <a:xfrm>
          <a:off x="2622678" y="1409160"/>
          <a:ext cx="2950513" cy="670480"/>
        </a:xfrm>
        <a:prstGeom prst="roundRect">
          <a:avLst/>
        </a:prstGeom>
        <a:solidFill>
          <a:schemeClr val="accent5">
            <a:hueOff val="-3973551"/>
            <a:satOff val="15924"/>
            <a:lumOff val="345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Specificity: 0.8717</a:t>
          </a:r>
        </a:p>
      </dsp:txBody>
      <dsp:txXfrm>
        <a:off x="2655408" y="1441890"/>
        <a:ext cx="2885053" cy="605020"/>
      </dsp:txXfrm>
    </dsp:sp>
    <dsp:sp modelId="{E503A295-D360-3849-8EF7-AF0EE16351B3}">
      <dsp:nvSpPr>
        <dsp:cNvPr id="0" name=""/>
        <dsp:cNvSpPr/>
      </dsp:nvSpPr>
      <dsp:spPr>
        <a:xfrm>
          <a:off x="2622678" y="2113164"/>
          <a:ext cx="2950513" cy="670480"/>
        </a:xfrm>
        <a:prstGeom prst="roundRect">
          <a:avLst/>
        </a:prstGeom>
        <a:solidFill>
          <a:schemeClr val="accent5">
            <a:hueOff val="-5960326"/>
            <a:satOff val="23887"/>
            <a:lumOff val="51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Precision: 0.6420</a:t>
          </a:r>
        </a:p>
      </dsp:txBody>
      <dsp:txXfrm>
        <a:off x="2655408" y="2145894"/>
        <a:ext cx="2885053" cy="605020"/>
      </dsp:txXfrm>
    </dsp:sp>
    <dsp:sp modelId="{392E389B-6083-B74D-A6CE-7DA1B47BB1B2}">
      <dsp:nvSpPr>
        <dsp:cNvPr id="0" name=""/>
        <dsp:cNvSpPr/>
      </dsp:nvSpPr>
      <dsp:spPr>
        <a:xfrm>
          <a:off x="2622678" y="2817168"/>
          <a:ext cx="2950513" cy="670480"/>
        </a:xfrm>
        <a:prstGeom prst="roundRect">
          <a:avLst/>
        </a:prstGeom>
        <a:solidFill>
          <a:schemeClr val="accent5">
            <a:hueOff val="-7947101"/>
            <a:satOff val="31849"/>
            <a:lumOff val="690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Recall: 0.7027</a:t>
          </a:r>
        </a:p>
      </dsp:txBody>
      <dsp:txXfrm>
        <a:off x="2655408" y="2849898"/>
        <a:ext cx="2885053" cy="605020"/>
      </dsp:txXfrm>
    </dsp:sp>
    <dsp:sp modelId="{D8FC6585-0911-4E42-A94A-BEC2B7364F84}">
      <dsp:nvSpPr>
        <dsp:cNvPr id="0" name=""/>
        <dsp:cNvSpPr/>
      </dsp:nvSpPr>
      <dsp:spPr>
        <a:xfrm>
          <a:off x="2622678" y="3521173"/>
          <a:ext cx="2950513" cy="67048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F1 Score: 0.6710</a:t>
          </a:r>
        </a:p>
      </dsp:txBody>
      <dsp:txXfrm>
        <a:off x="2655408" y="3553903"/>
        <a:ext cx="2885053" cy="60502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8839FA-8739-9A43-9A61-FC91D47D7396}">
      <dsp:nvSpPr>
        <dsp:cNvPr id="0" name=""/>
        <dsp:cNvSpPr/>
      </dsp:nvSpPr>
      <dsp:spPr>
        <a:xfrm>
          <a:off x="2622678" y="1013"/>
          <a:ext cx="2950513" cy="58998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Accuracy: 0.8267</a:t>
          </a:r>
        </a:p>
      </dsp:txBody>
      <dsp:txXfrm>
        <a:off x="2651478" y="29813"/>
        <a:ext cx="2892913" cy="532380"/>
      </dsp:txXfrm>
    </dsp:sp>
    <dsp:sp modelId="{22FB513F-E29F-4740-84DA-A0B75FAC9215}">
      <dsp:nvSpPr>
        <dsp:cNvPr id="0" name=""/>
        <dsp:cNvSpPr/>
      </dsp:nvSpPr>
      <dsp:spPr>
        <a:xfrm>
          <a:off x="2622678" y="620492"/>
          <a:ext cx="2950513" cy="589980"/>
        </a:xfrm>
        <a:prstGeom prst="roundRect">
          <a:avLst/>
        </a:prstGeom>
        <a:solidFill>
          <a:schemeClr val="accent5">
            <a:hueOff val="-1986775"/>
            <a:satOff val="7962"/>
            <a:lumOff val="172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Sensitivity: 0.7027</a:t>
          </a:r>
        </a:p>
      </dsp:txBody>
      <dsp:txXfrm>
        <a:off x="2651478" y="649292"/>
        <a:ext cx="2892913" cy="532380"/>
      </dsp:txXfrm>
    </dsp:sp>
    <dsp:sp modelId="{C49E0EC1-78F4-524C-8FB9-BDE2610E2927}">
      <dsp:nvSpPr>
        <dsp:cNvPr id="0" name=""/>
        <dsp:cNvSpPr/>
      </dsp:nvSpPr>
      <dsp:spPr>
        <a:xfrm>
          <a:off x="2622678" y="1239972"/>
          <a:ext cx="2950513" cy="589980"/>
        </a:xfrm>
        <a:prstGeom prst="roundRect">
          <a:avLst/>
        </a:prstGeom>
        <a:solidFill>
          <a:schemeClr val="accent5">
            <a:hueOff val="-3973551"/>
            <a:satOff val="15924"/>
            <a:lumOff val="345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Specificity: 0.8673</a:t>
          </a:r>
        </a:p>
      </dsp:txBody>
      <dsp:txXfrm>
        <a:off x="2651478" y="1268772"/>
        <a:ext cx="2892913" cy="532380"/>
      </dsp:txXfrm>
    </dsp:sp>
    <dsp:sp modelId="{D3A1AB5B-F3E9-E34F-9C6F-B95C97BEC930}">
      <dsp:nvSpPr>
        <dsp:cNvPr id="0" name=""/>
        <dsp:cNvSpPr/>
      </dsp:nvSpPr>
      <dsp:spPr>
        <a:xfrm>
          <a:off x="2622678" y="1859452"/>
          <a:ext cx="2950513" cy="589980"/>
        </a:xfrm>
        <a:prstGeom prst="roundRect">
          <a:avLst/>
        </a:prstGeom>
        <a:solidFill>
          <a:schemeClr val="accent5">
            <a:hueOff val="-5960326"/>
            <a:satOff val="23887"/>
            <a:lumOff val="51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Precision: 0.6341</a:t>
          </a:r>
        </a:p>
      </dsp:txBody>
      <dsp:txXfrm>
        <a:off x="2651478" y="1888252"/>
        <a:ext cx="2892913" cy="532380"/>
      </dsp:txXfrm>
    </dsp:sp>
    <dsp:sp modelId="{8835D2E5-0EE0-F244-88FE-F960D2122C7E}">
      <dsp:nvSpPr>
        <dsp:cNvPr id="0" name=""/>
        <dsp:cNvSpPr/>
      </dsp:nvSpPr>
      <dsp:spPr>
        <a:xfrm>
          <a:off x="2622678" y="2478931"/>
          <a:ext cx="2950513" cy="589980"/>
        </a:xfrm>
        <a:prstGeom prst="roundRect">
          <a:avLst/>
        </a:prstGeom>
        <a:solidFill>
          <a:schemeClr val="accent5">
            <a:hueOff val="-7947101"/>
            <a:satOff val="31849"/>
            <a:lumOff val="690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Recall: 0.7027</a:t>
          </a:r>
        </a:p>
      </dsp:txBody>
      <dsp:txXfrm>
        <a:off x="2651478" y="2507731"/>
        <a:ext cx="2892913" cy="532380"/>
      </dsp:txXfrm>
    </dsp:sp>
    <dsp:sp modelId="{B1302122-CE36-F448-BEDE-5C62E3DAD7E7}">
      <dsp:nvSpPr>
        <dsp:cNvPr id="0" name=""/>
        <dsp:cNvSpPr/>
      </dsp:nvSpPr>
      <dsp:spPr>
        <a:xfrm>
          <a:off x="2622678" y="3098411"/>
          <a:ext cx="2950513" cy="58998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F1 Score: 0.6667</a:t>
          </a:r>
        </a:p>
      </dsp:txBody>
      <dsp:txXfrm>
        <a:off x="2651478" y="3127211"/>
        <a:ext cx="2892913" cy="53238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86B3E8-2A0B-4BA0-B500-BB8FF5649A71}">
      <dsp:nvSpPr>
        <dsp:cNvPr id="0" name=""/>
        <dsp:cNvSpPr/>
      </dsp:nvSpPr>
      <dsp:spPr>
        <a:xfrm>
          <a:off x="0" y="2116"/>
          <a:ext cx="8195871" cy="108281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EB1BD7-2BCB-40C0-A029-00C0D8966B4B}">
      <dsp:nvSpPr>
        <dsp:cNvPr id="0" name=""/>
        <dsp:cNvSpPr/>
      </dsp:nvSpPr>
      <dsp:spPr>
        <a:xfrm>
          <a:off x="327551" y="245749"/>
          <a:ext cx="596130" cy="5955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D5E69C-1F93-475C-845D-CB4EBB03A032}">
      <dsp:nvSpPr>
        <dsp:cNvPr id="0" name=""/>
        <dsp:cNvSpPr/>
      </dsp:nvSpPr>
      <dsp:spPr>
        <a:xfrm>
          <a:off x="1251234" y="2116"/>
          <a:ext cx="6778546" cy="10838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710" tIns="114710" rIns="114710" bIns="114710" numCol="1" spcCol="1270" anchor="ctr" anchorCtr="0">
          <a:noAutofit/>
        </a:bodyPr>
        <a:lstStyle/>
        <a:p>
          <a:pPr marL="0" lvl="0" indent="0" algn="l" defTabSz="622300">
            <a:lnSpc>
              <a:spcPct val="100000"/>
            </a:lnSpc>
            <a:spcBef>
              <a:spcPct val="0"/>
            </a:spcBef>
            <a:spcAft>
              <a:spcPct val="35000"/>
            </a:spcAft>
            <a:buNone/>
          </a:pPr>
          <a:r>
            <a:rPr lang="en-IN" sz="1400" kern="1200"/>
            <a:t>Both Logistic Regression and Random Forest models were developed and evaluated to classify insurance claims as fraudulent or legitimate. The models were rigorously tested using appropriate feature engineering, resampling, and careful selection of predictors to optimize predictive performance and minimize overfitting.</a:t>
          </a:r>
          <a:endParaRPr lang="en-US" sz="1400" kern="1200"/>
        </a:p>
      </dsp:txBody>
      <dsp:txXfrm>
        <a:off x="1251234" y="2116"/>
        <a:ext cx="6778546" cy="1083874"/>
      </dsp:txXfrm>
    </dsp:sp>
    <dsp:sp modelId="{31F516BF-F5FB-4645-8751-13E9A9C930B9}">
      <dsp:nvSpPr>
        <dsp:cNvPr id="0" name=""/>
        <dsp:cNvSpPr/>
      </dsp:nvSpPr>
      <dsp:spPr>
        <a:xfrm>
          <a:off x="0" y="1302765"/>
          <a:ext cx="8195871" cy="108281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621E50-08DF-4161-A11D-243687465FE9}">
      <dsp:nvSpPr>
        <dsp:cNvPr id="0" name=""/>
        <dsp:cNvSpPr/>
      </dsp:nvSpPr>
      <dsp:spPr>
        <a:xfrm>
          <a:off x="327551" y="1546398"/>
          <a:ext cx="596130" cy="5955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D536844-174F-4C83-B7DF-B5F9F1BC4A72}">
      <dsp:nvSpPr>
        <dsp:cNvPr id="0" name=""/>
        <dsp:cNvSpPr/>
      </dsp:nvSpPr>
      <dsp:spPr>
        <a:xfrm>
          <a:off x="1251234" y="1302765"/>
          <a:ext cx="6778546" cy="10838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710" tIns="114710" rIns="114710" bIns="114710" numCol="1" spcCol="1270" anchor="ctr" anchorCtr="0">
          <a:noAutofit/>
        </a:bodyPr>
        <a:lstStyle/>
        <a:p>
          <a:pPr marL="0" lvl="0" indent="0" algn="l" defTabSz="622300">
            <a:lnSpc>
              <a:spcPct val="100000"/>
            </a:lnSpc>
            <a:spcBef>
              <a:spcPct val="0"/>
            </a:spcBef>
            <a:spcAft>
              <a:spcPct val="35000"/>
            </a:spcAft>
            <a:buNone/>
          </a:pPr>
          <a:r>
            <a:rPr lang="en-IN" sz="1400" b="1" kern="1200"/>
            <a:t>Logistic Regression</a:t>
          </a:r>
          <a:r>
            <a:rPr lang="en-IN" sz="1400" kern="1200"/>
            <a:t> achieved an accuracy of </a:t>
          </a:r>
          <a:r>
            <a:rPr lang="en-IN" sz="1400" b="1" kern="1200"/>
            <a:t>0.83</a:t>
          </a:r>
          <a:r>
            <a:rPr lang="en-IN" sz="1400" kern="1200"/>
            <a:t>, sensitivity (recall) of </a:t>
          </a:r>
          <a:r>
            <a:rPr lang="en-IN" sz="1400" b="1" kern="1200"/>
            <a:t>0.70</a:t>
          </a:r>
          <a:r>
            <a:rPr lang="en-IN" sz="1400" kern="1200"/>
            <a:t>, and specificity of </a:t>
          </a:r>
          <a:r>
            <a:rPr lang="en-IN" sz="1400" b="1" kern="1200"/>
            <a:t>0.87</a:t>
          </a:r>
          <a:r>
            <a:rPr lang="en-IN" sz="1400" kern="1200"/>
            <a:t>. The precision was </a:t>
          </a:r>
          <a:r>
            <a:rPr lang="en-IN" sz="1400" b="1" kern="1200"/>
            <a:t>0.64</a:t>
          </a:r>
          <a:r>
            <a:rPr lang="en-IN" sz="1400" kern="1200"/>
            <a:t> and F1-score </a:t>
          </a:r>
          <a:r>
            <a:rPr lang="en-IN" sz="1400" b="1" kern="1200"/>
            <a:t>0.67</a:t>
          </a:r>
          <a:r>
            <a:rPr lang="en-IN" sz="1400" kern="1200"/>
            <a:t>. This model is interpretable and performs well in distinguishing fraudulent claims, with a good balance between precision and recall.</a:t>
          </a:r>
          <a:endParaRPr lang="en-US" sz="1400" kern="1200"/>
        </a:p>
      </dsp:txBody>
      <dsp:txXfrm>
        <a:off x="1251234" y="1302765"/>
        <a:ext cx="6778546" cy="1083874"/>
      </dsp:txXfrm>
    </dsp:sp>
    <dsp:sp modelId="{1303724A-1AF0-4658-9F25-33C676ADA8FA}">
      <dsp:nvSpPr>
        <dsp:cNvPr id="0" name=""/>
        <dsp:cNvSpPr/>
      </dsp:nvSpPr>
      <dsp:spPr>
        <a:xfrm>
          <a:off x="0" y="2603414"/>
          <a:ext cx="8195871" cy="108281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B33978-4985-45CC-A701-66C47B627ED3}">
      <dsp:nvSpPr>
        <dsp:cNvPr id="0" name=""/>
        <dsp:cNvSpPr/>
      </dsp:nvSpPr>
      <dsp:spPr>
        <a:xfrm>
          <a:off x="327551" y="2847047"/>
          <a:ext cx="596130" cy="5955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32D3191-8BA8-493D-A929-E2B6D5D42FAC}">
      <dsp:nvSpPr>
        <dsp:cNvPr id="0" name=""/>
        <dsp:cNvSpPr/>
      </dsp:nvSpPr>
      <dsp:spPr>
        <a:xfrm>
          <a:off x="1251234" y="2603414"/>
          <a:ext cx="6778546" cy="10838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710" tIns="114710" rIns="114710" bIns="114710" numCol="1" spcCol="1270" anchor="ctr" anchorCtr="0">
          <a:noAutofit/>
        </a:bodyPr>
        <a:lstStyle/>
        <a:p>
          <a:pPr marL="0" lvl="0" indent="0" algn="l" defTabSz="622300">
            <a:lnSpc>
              <a:spcPct val="100000"/>
            </a:lnSpc>
            <a:spcBef>
              <a:spcPct val="0"/>
            </a:spcBef>
            <a:spcAft>
              <a:spcPct val="35000"/>
            </a:spcAft>
            <a:buNone/>
          </a:pPr>
          <a:r>
            <a:rPr lang="en-IN" sz="1400" b="1" kern="1200"/>
            <a:t>Random Forest</a:t>
          </a:r>
          <a:r>
            <a:rPr lang="en-IN" sz="1400" kern="1200"/>
            <a:t> achieved an accuracy of </a:t>
          </a:r>
          <a:r>
            <a:rPr lang="en-IN" sz="1400" b="1" kern="1200"/>
            <a:t>0.81</a:t>
          </a:r>
          <a:r>
            <a:rPr lang="en-IN" sz="1400" kern="1200"/>
            <a:t>, sensitivity of </a:t>
          </a:r>
          <a:r>
            <a:rPr lang="en-IN" sz="1400" b="1" kern="1200"/>
            <a:t>0.61</a:t>
          </a:r>
          <a:r>
            <a:rPr lang="en-IN" sz="1400" kern="1200"/>
            <a:t>, specificity of </a:t>
          </a:r>
          <a:r>
            <a:rPr lang="en-IN" sz="1400" b="1" kern="1200"/>
            <a:t>0.88</a:t>
          </a:r>
          <a:r>
            <a:rPr lang="en-IN" sz="1400" kern="1200"/>
            <a:t>, precision of </a:t>
          </a:r>
          <a:r>
            <a:rPr lang="en-IN" sz="1400" b="1" kern="1200"/>
            <a:t>0.63</a:t>
          </a:r>
          <a:r>
            <a:rPr lang="en-IN" sz="1400" kern="1200"/>
            <a:t>, and F1-score </a:t>
          </a:r>
          <a:r>
            <a:rPr lang="en-IN" sz="1400" b="1" kern="1200"/>
            <a:t>0.61</a:t>
          </a:r>
          <a:r>
            <a:rPr lang="en-IN" sz="1400" kern="1200"/>
            <a:t>. While it demonstrated high performance on training data and offered robust handling of complex feature interactions, it showed a slight reduction in sensitivity compared to Logistic Regression on unseen data, suggesting a tendency toward conservatism in predicting frauds.</a:t>
          </a:r>
          <a:endParaRPr lang="en-US" sz="1400" kern="1200"/>
        </a:p>
      </dsp:txBody>
      <dsp:txXfrm>
        <a:off x="1251234" y="2603414"/>
        <a:ext cx="6778546" cy="108387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9BF8AC-E1F6-D14E-A814-FA08944F9707}">
      <dsp:nvSpPr>
        <dsp:cNvPr id="0" name=""/>
        <dsp:cNvSpPr/>
      </dsp:nvSpPr>
      <dsp:spPr>
        <a:xfrm>
          <a:off x="0" y="59894"/>
          <a:ext cx="5000124" cy="1739643"/>
        </a:xfrm>
        <a:prstGeom prst="round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1" kern="1200"/>
            <a:t>Feature engineering</a:t>
          </a:r>
          <a:r>
            <a:rPr lang="en-IN" sz="2000" kern="1200"/>
            <a:t>—including derived ratios, vehicle age, and interaction features—helped capture complex patterns relevant to fraud detection.</a:t>
          </a:r>
          <a:endParaRPr lang="en-US" sz="2000" kern="1200"/>
        </a:p>
      </dsp:txBody>
      <dsp:txXfrm>
        <a:off x="84922" y="144816"/>
        <a:ext cx="4830280" cy="1569799"/>
      </dsp:txXfrm>
    </dsp:sp>
    <dsp:sp modelId="{E89ED0F1-9A36-4F4A-A479-34A2C3F7630E}">
      <dsp:nvSpPr>
        <dsp:cNvPr id="0" name=""/>
        <dsp:cNvSpPr/>
      </dsp:nvSpPr>
      <dsp:spPr>
        <a:xfrm>
          <a:off x="0" y="1857138"/>
          <a:ext cx="5000124" cy="1739643"/>
        </a:xfrm>
        <a:prstGeom prst="roundRect">
          <a:avLst/>
        </a:prstGeom>
        <a:gradFill rotWithShape="0">
          <a:gsLst>
            <a:gs pos="0">
              <a:schemeClr val="accent5">
                <a:hueOff val="-4966938"/>
                <a:satOff val="19906"/>
                <a:lumOff val="4314"/>
                <a:alphaOff val="0"/>
                <a:tint val="100000"/>
                <a:shade val="100000"/>
                <a:satMod val="130000"/>
              </a:schemeClr>
            </a:gs>
            <a:gs pos="100000">
              <a:schemeClr val="accent5">
                <a:hueOff val="-4966938"/>
                <a:satOff val="19906"/>
                <a:lumOff val="4314"/>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b="1" kern="1200"/>
            <a:t>Combining rare categorical levels</a:t>
          </a:r>
          <a:r>
            <a:rPr lang="en-IN" sz="2000" kern="1200"/>
            <a:t> and removing highly unique identifiers improved model generalizability and prevented overfitting.</a:t>
          </a:r>
          <a:endParaRPr lang="en-US" sz="2000" kern="1200"/>
        </a:p>
      </dsp:txBody>
      <dsp:txXfrm>
        <a:off x="84922" y="1942060"/>
        <a:ext cx="4830280" cy="1569799"/>
      </dsp:txXfrm>
    </dsp:sp>
    <dsp:sp modelId="{BF7A9405-4305-0E49-8F5B-B7EC5B830336}">
      <dsp:nvSpPr>
        <dsp:cNvPr id="0" name=""/>
        <dsp:cNvSpPr/>
      </dsp:nvSpPr>
      <dsp:spPr>
        <a:xfrm>
          <a:off x="0" y="3654381"/>
          <a:ext cx="5000124" cy="1739643"/>
        </a:xfrm>
        <a:prstGeom prst="round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a:t>The optimal cutoff for classifying claims was determined through ROC and precision-recall analysis, ensuring a balanced tradeoff between catching fraud and minimizing false alarms.</a:t>
          </a:r>
          <a:endParaRPr lang="en-US" sz="2000" kern="1200"/>
        </a:p>
      </dsp:txBody>
      <dsp:txXfrm>
        <a:off x="84922" y="3739303"/>
        <a:ext cx="4830280" cy="156979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BF664A-0A52-5E43-A602-717650F0D41E}">
      <dsp:nvSpPr>
        <dsp:cNvPr id="0" name=""/>
        <dsp:cNvSpPr/>
      </dsp:nvSpPr>
      <dsp:spPr>
        <a:xfrm>
          <a:off x="0" y="991179"/>
          <a:ext cx="2305088" cy="146373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B790230-C662-5243-9742-E7C76F4F9E98}">
      <dsp:nvSpPr>
        <dsp:cNvPr id="0" name=""/>
        <dsp:cNvSpPr/>
      </dsp:nvSpPr>
      <dsp:spPr>
        <a:xfrm>
          <a:off x="256120" y="1234494"/>
          <a:ext cx="2305088" cy="146373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a:t>The </a:t>
          </a:r>
          <a:r>
            <a:rPr lang="en-IN" sz="1100" b="1" kern="1200"/>
            <a:t>Logistic Regression model</a:t>
          </a:r>
          <a:r>
            <a:rPr lang="en-IN" sz="1100" kern="1200"/>
            <a:t> slightly outperformed the Random Forest in terms of recall and F1-score on validation data, making it a suitable choice for scenarios where missing fraudulent claims is especially costly.</a:t>
          </a:r>
          <a:endParaRPr lang="en-US" sz="1100" kern="1200"/>
        </a:p>
      </dsp:txBody>
      <dsp:txXfrm>
        <a:off x="298991" y="1277365"/>
        <a:ext cx="2219346" cy="1377989"/>
      </dsp:txXfrm>
    </dsp:sp>
    <dsp:sp modelId="{53A85DF4-AD24-D74E-B3C4-24B6728BEDDA}">
      <dsp:nvSpPr>
        <dsp:cNvPr id="0" name=""/>
        <dsp:cNvSpPr/>
      </dsp:nvSpPr>
      <dsp:spPr>
        <a:xfrm>
          <a:off x="2817330" y="991179"/>
          <a:ext cx="2305088" cy="146373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22CBA1F-41C2-E547-BA37-D14E4CA98018}">
      <dsp:nvSpPr>
        <dsp:cNvPr id="0" name=""/>
        <dsp:cNvSpPr/>
      </dsp:nvSpPr>
      <dsp:spPr>
        <a:xfrm>
          <a:off x="3073451" y="1234494"/>
          <a:ext cx="2305088" cy="146373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a:t>However, both models demonstrated strong and reliable performance and can be used together in an ensemble or layered approach for real-world deployment.</a:t>
          </a:r>
          <a:endParaRPr lang="en-US" sz="1100" kern="1200"/>
        </a:p>
      </dsp:txBody>
      <dsp:txXfrm>
        <a:off x="3116322" y="1277365"/>
        <a:ext cx="2219346" cy="1377989"/>
      </dsp:txXfrm>
    </dsp:sp>
    <dsp:sp modelId="{B2CB8B63-1784-614E-84D3-4D51298487A7}">
      <dsp:nvSpPr>
        <dsp:cNvPr id="0" name=""/>
        <dsp:cNvSpPr/>
      </dsp:nvSpPr>
      <dsp:spPr>
        <a:xfrm>
          <a:off x="5634661" y="991179"/>
          <a:ext cx="2305088" cy="146373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E7B412-95F8-8C46-B824-5B70D827EAEF}">
      <dsp:nvSpPr>
        <dsp:cNvPr id="0" name=""/>
        <dsp:cNvSpPr/>
      </dsp:nvSpPr>
      <dsp:spPr>
        <a:xfrm>
          <a:off x="5890782" y="1234494"/>
          <a:ext cx="2305088" cy="1463731"/>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a:t>Regular monitoring and retraining are recommended as fraud patterns may evolve over time.</a:t>
          </a:r>
          <a:endParaRPr lang="en-US" sz="1100" kern="1200"/>
        </a:p>
      </dsp:txBody>
      <dsp:txXfrm>
        <a:off x="5933653" y="1277365"/>
        <a:ext cx="2219346" cy="137798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601CEA-EF03-F34F-8191-A8014315F131}">
      <dsp:nvSpPr>
        <dsp:cNvPr id="0" name=""/>
        <dsp:cNvSpPr/>
      </dsp:nvSpPr>
      <dsp:spPr>
        <a:xfrm rot="5400000">
          <a:off x="5097604" y="-2026393"/>
          <a:ext cx="951174" cy="5245357"/>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100000"/>
            </a:lnSpc>
            <a:spcBef>
              <a:spcPct val="0"/>
            </a:spcBef>
            <a:spcAft>
              <a:spcPct val="15000"/>
            </a:spcAft>
            <a:buChar char="•"/>
          </a:pPr>
          <a:r>
            <a:rPr lang="en-US" sz="1700" kern="1200"/>
            <a:t>Deploy the Logistic Regression model for initial claim screening, with Random Forest as a secondary check for ambiguous cases.</a:t>
          </a:r>
        </a:p>
      </dsp:txBody>
      <dsp:txXfrm rot="-5400000">
        <a:off x="2950513" y="167130"/>
        <a:ext cx="5198925" cy="858310"/>
      </dsp:txXfrm>
    </dsp:sp>
    <dsp:sp modelId="{E0329679-88BA-A544-8D1B-14474537891F}">
      <dsp:nvSpPr>
        <dsp:cNvPr id="0" name=""/>
        <dsp:cNvSpPr/>
      </dsp:nvSpPr>
      <dsp:spPr>
        <a:xfrm>
          <a:off x="0" y="1801"/>
          <a:ext cx="2950513" cy="1188968"/>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78105" rIns="156210" bIns="78105" numCol="1" spcCol="1270" anchor="ctr" anchorCtr="0">
          <a:noAutofit/>
        </a:bodyPr>
        <a:lstStyle/>
        <a:p>
          <a:pPr marL="0" lvl="0" indent="0" algn="ctr" defTabSz="1822450">
            <a:lnSpc>
              <a:spcPct val="90000"/>
            </a:lnSpc>
            <a:spcBef>
              <a:spcPct val="0"/>
            </a:spcBef>
            <a:spcAft>
              <a:spcPct val="35000"/>
            </a:spcAft>
            <a:buNone/>
          </a:pPr>
          <a:r>
            <a:rPr lang="en-US" sz="4100" kern="1200"/>
            <a:t>Deploy</a:t>
          </a:r>
        </a:p>
      </dsp:txBody>
      <dsp:txXfrm>
        <a:off x="58041" y="59842"/>
        <a:ext cx="2834431" cy="1072886"/>
      </dsp:txXfrm>
    </dsp:sp>
    <dsp:sp modelId="{927C83B2-EE49-9E4E-AC3E-3BB6D060C7ED}">
      <dsp:nvSpPr>
        <dsp:cNvPr id="0" name=""/>
        <dsp:cNvSpPr/>
      </dsp:nvSpPr>
      <dsp:spPr>
        <a:xfrm rot="5400000">
          <a:off x="5097604" y="-777976"/>
          <a:ext cx="951174" cy="5245357"/>
        </a:xfrm>
        <a:prstGeom prst="round2SameRect">
          <a:avLst/>
        </a:prstGeom>
        <a:solidFill>
          <a:schemeClr val="accent2">
            <a:tint val="40000"/>
            <a:alpha val="90000"/>
            <a:hueOff val="2512910"/>
            <a:satOff val="-2189"/>
            <a:lumOff val="-3"/>
            <a:alphaOff val="0"/>
          </a:schemeClr>
        </a:solidFill>
        <a:ln w="25400" cap="flat" cmpd="sng" algn="ctr">
          <a:solidFill>
            <a:schemeClr val="accent2">
              <a:tint val="40000"/>
              <a:alpha val="90000"/>
              <a:hueOff val="2512910"/>
              <a:satOff val="-2189"/>
              <a:lumOff val="-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100000"/>
            </a:lnSpc>
            <a:spcBef>
              <a:spcPct val="0"/>
            </a:spcBef>
            <a:spcAft>
              <a:spcPct val="15000"/>
            </a:spcAft>
            <a:buChar char="•"/>
          </a:pPr>
          <a:r>
            <a:rPr lang="en-US" sz="1700" kern="1200" dirty="0"/>
            <a:t>Continue to enhance data quality and feature engineering and consider including additional external data sources if available.</a:t>
          </a:r>
        </a:p>
      </dsp:txBody>
      <dsp:txXfrm rot="-5400000">
        <a:off x="2950513" y="1415547"/>
        <a:ext cx="5198925" cy="858310"/>
      </dsp:txXfrm>
    </dsp:sp>
    <dsp:sp modelId="{2AFE33B9-7DE2-1C4A-9886-32B709E7F1CE}">
      <dsp:nvSpPr>
        <dsp:cNvPr id="0" name=""/>
        <dsp:cNvSpPr/>
      </dsp:nvSpPr>
      <dsp:spPr>
        <a:xfrm>
          <a:off x="0" y="1250218"/>
          <a:ext cx="2950513" cy="1188968"/>
        </a:xfrm>
        <a:prstGeom prst="roundRect">
          <a:avLst/>
        </a:prstGeom>
        <a:solidFill>
          <a:schemeClr val="accent2">
            <a:hueOff val="2340760"/>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78105" rIns="156210" bIns="78105" numCol="1" spcCol="1270" anchor="ctr" anchorCtr="0">
          <a:noAutofit/>
        </a:bodyPr>
        <a:lstStyle/>
        <a:p>
          <a:pPr marL="0" lvl="0" indent="0" algn="ctr" defTabSz="1822450">
            <a:lnSpc>
              <a:spcPct val="90000"/>
            </a:lnSpc>
            <a:spcBef>
              <a:spcPct val="0"/>
            </a:spcBef>
            <a:spcAft>
              <a:spcPct val="35000"/>
            </a:spcAft>
            <a:buNone/>
          </a:pPr>
          <a:r>
            <a:rPr lang="en-US" sz="4100" kern="1200"/>
            <a:t>Continue</a:t>
          </a:r>
        </a:p>
      </dsp:txBody>
      <dsp:txXfrm>
        <a:off x="58041" y="1308259"/>
        <a:ext cx="2834431" cy="1072886"/>
      </dsp:txXfrm>
    </dsp:sp>
    <dsp:sp modelId="{6F40920A-1C56-2F4D-BA36-0CCBE379EB05}">
      <dsp:nvSpPr>
        <dsp:cNvPr id="0" name=""/>
        <dsp:cNvSpPr/>
      </dsp:nvSpPr>
      <dsp:spPr>
        <a:xfrm rot="5400000">
          <a:off x="5097604" y="470440"/>
          <a:ext cx="951174" cy="5245357"/>
        </a:xfrm>
        <a:prstGeom prst="round2Same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100000"/>
            </a:lnSpc>
            <a:spcBef>
              <a:spcPct val="0"/>
            </a:spcBef>
            <a:spcAft>
              <a:spcPct val="15000"/>
            </a:spcAft>
            <a:buChar char="•"/>
          </a:pPr>
          <a:r>
            <a:rPr lang="en-US" sz="1700" kern="1200"/>
            <a:t>Periodically re-evaluate model thresholds to align with business objectives and changing fraud trends.</a:t>
          </a:r>
        </a:p>
      </dsp:txBody>
      <dsp:txXfrm rot="-5400000">
        <a:off x="2950513" y="2663963"/>
        <a:ext cx="5198925" cy="858310"/>
      </dsp:txXfrm>
    </dsp:sp>
    <dsp:sp modelId="{F1A78655-8CD1-1B46-A418-4C58D2779CCE}">
      <dsp:nvSpPr>
        <dsp:cNvPr id="0" name=""/>
        <dsp:cNvSpPr/>
      </dsp:nvSpPr>
      <dsp:spPr>
        <a:xfrm>
          <a:off x="0" y="2498635"/>
          <a:ext cx="2950513" cy="1188968"/>
        </a:xfrm>
        <a:prstGeom prst="roundRect">
          <a:avLst/>
        </a:prstGeom>
        <a:solidFill>
          <a:schemeClr val="accent2">
            <a:hueOff val="4681520"/>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78105" rIns="156210" bIns="78105" numCol="1" spcCol="1270" anchor="ctr" anchorCtr="0">
          <a:noAutofit/>
        </a:bodyPr>
        <a:lstStyle/>
        <a:p>
          <a:pPr marL="0" lvl="0" indent="0" algn="ctr" defTabSz="1822450">
            <a:lnSpc>
              <a:spcPct val="90000"/>
            </a:lnSpc>
            <a:spcBef>
              <a:spcPct val="0"/>
            </a:spcBef>
            <a:spcAft>
              <a:spcPct val="35000"/>
            </a:spcAft>
            <a:buNone/>
          </a:pPr>
          <a:r>
            <a:rPr lang="en-US" sz="4100" kern="1200"/>
            <a:t>Re-evaluate</a:t>
          </a:r>
        </a:p>
      </dsp:txBody>
      <dsp:txXfrm>
        <a:off x="58041" y="2556676"/>
        <a:ext cx="2834431" cy="107288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E2FC72-C5E3-C944-95D4-9E7DD38D5FF8}" type="datetimeFigureOut">
              <a:rPr lang="en-US" smtClean="0"/>
              <a:t>5/13/26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6151B-8AB7-AE48-B879-64ABB3D258A1}" type="slidenum">
              <a:rPr lang="en-US" smtClean="0"/>
              <a:t>‹#›</a:t>
            </a:fld>
            <a:endParaRPr lang="en-US"/>
          </a:p>
        </p:txBody>
      </p:sp>
    </p:spTree>
    <p:extLst>
      <p:ext uri="{BB962C8B-B14F-4D97-AF65-F5344CB8AC3E}">
        <p14:creationId xmlns:p14="http://schemas.microsoft.com/office/powerpoint/2010/main" val="3902269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F6151B-8AB7-AE48-B879-64ABB3D258A1}" type="slidenum">
              <a:rPr lang="en-US" smtClean="0"/>
              <a:t>4</a:t>
            </a:fld>
            <a:endParaRPr lang="en-US"/>
          </a:p>
        </p:txBody>
      </p:sp>
    </p:spTree>
    <p:extLst>
      <p:ext uri="{BB962C8B-B14F-4D97-AF65-F5344CB8AC3E}">
        <p14:creationId xmlns:p14="http://schemas.microsoft.com/office/powerpoint/2010/main" val="4267699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F6151B-8AB7-AE48-B879-64ABB3D258A1}" type="slidenum">
              <a:rPr lang="en-US" smtClean="0"/>
              <a:t>25</a:t>
            </a:fld>
            <a:endParaRPr lang="en-US"/>
          </a:p>
        </p:txBody>
      </p:sp>
    </p:spTree>
    <p:extLst>
      <p:ext uri="{BB962C8B-B14F-4D97-AF65-F5344CB8AC3E}">
        <p14:creationId xmlns:p14="http://schemas.microsoft.com/office/powerpoint/2010/main" val="68317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F6151B-8AB7-AE48-B879-64ABB3D258A1}" type="slidenum">
              <a:rPr lang="en-US" smtClean="0"/>
              <a:t>45</a:t>
            </a:fld>
            <a:endParaRPr lang="en-US"/>
          </a:p>
        </p:txBody>
      </p:sp>
    </p:spTree>
    <p:extLst>
      <p:ext uri="{BB962C8B-B14F-4D97-AF65-F5344CB8AC3E}">
        <p14:creationId xmlns:p14="http://schemas.microsoft.com/office/powerpoint/2010/main" val="2927859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3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46.xml.rels><?xml version="1.0" encoding="UTF-8" standalone="yes"?>
<Relationships xmlns="http://schemas.openxmlformats.org/package/2006/relationships"><Relationship Id="rId2" Type="http://schemas.openxmlformats.org/officeDocument/2006/relationships/image" Target="../media/image56.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2693"/>
            <a:ext cx="9143998"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84720" y="-2407841"/>
            <a:ext cx="4374557"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55756" y="-2236808"/>
            <a:ext cx="4374128"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2690"/>
            <a:ext cx="6406863"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1032053"/>
            <a:ext cx="3742610"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986118" y="735106"/>
            <a:ext cx="7540322" cy="2928470"/>
          </a:xfrm>
        </p:spPr>
        <p:txBody>
          <a:bodyPr anchor="b">
            <a:normAutofit/>
          </a:bodyPr>
          <a:lstStyle/>
          <a:p>
            <a:pPr algn="l"/>
            <a:r>
              <a:rPr lang="en-IN" sz="4200">
                <a:solidFill>
                  <a:srgbClr val="FFFFFF"/>
                </a:solidFill>
              </a:rPr>
              <a:t>Fraudulent Claim Detection </a:t>
            </a:r>
            <a:br>
              <a:rPr lang="en-IN" sz="4200">
                <a:solidFill>
                  <a:srgbClr val="FFFFFF"/>
                </a:solidFill>
              </a:rPr>
            </a:br>
            <a:r>
              <a:rPr lang="en-IN" sz="4200">
                <a:solidFill>
                  <a:srgbClr val="FFFFFF"/>
                </a:solidFill>
              </a:rPr>
              <a:t>Case Study</a:t>
            </a:r>
          </a:p>
        </p:txBody>
      </p:sp>
      <p:sp>
        <p:nvSpPr>
          <p:cNvPr id="3" name="Subtitle 2"/>
          <p:cNvSpPr>
            <a:spLocks noGrp="1"/>
          </p:cNvSpPr>
          <p:nvPr>
            <p:ph type="subTitle" idx="1"/>
          </p:nvPr>
        </p:nvSpPr>
        <p:spPr>
          <a:xfrm>
            <a:off x="1013011" y="4870824"/>
            <a:ext cx="7504463" cy="1458258"/>
          </a:xfrm>
        </p:spPr>
        <p:txBody>
          <a:bodyPr anchor="ctr">
            <a:normAutofit fontScale="92500" lnSpcReduction="20000"/>
          </a:bodyPr>
          <a:lstStyle/>
          <a:p>
            <a:pPr algn="l"/>
            <a:r>
              <a:rPr lang="en-US" dirty="0"/>
              <a:t>Presented by:</a:t>
            </a:r>
          </a:p>
          <a:p>
            <a:pPr algn="l"/>
            <a:r>
              <a:rPr lang="en-US" dirty="0"/>
              <a:t>Saidhulu Nalla</a:t>
            </a:r>
          </a:p>
          <a:p>
            <a:pPr algn="l"/>
            <a:r>
              <a:rPr lang="en-US" dirty="0"/>
              <a:t>Shweta Rathod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0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000"/>
                                  </p:stCondLst>
                                  <p:iterate>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37673" y="348865"/>
            <a:ext cx="7288583" cy="1576446"/>
          </a:xfrm>
        </p:spPr>
        <p:txBody>
          <a:bodyPr anchor="ctr">
            <a:normAutofit/>
          </a:bodyPr>
          <a:lstStyle/>
          <a:p>
            <a:r>
              <a:rPr lang="en-IN" sz="3500">
                <a:solidFill>
                  <a:srgbClr val="FFFFFF"/>
                </a:solidFill>
              </a:rPr>
              <a:t>Problem Statement</a:t>
            </a:r>
          </a:p>
        </p:txBody>
      </p:sp>
      <p:graphicFrame>
        <p:nvGraphicFramePr>
          <p:cNvPr id="5" name="Content Placeholder 2">
            <a:extLst>
              <a:ext uri="{FF2B5EF4-FFF2-40B4-BE49-F238E27FC236}">
                <a16:creationId xmlns:a16="http://schemas.microsoft.com/office/drawing/2014/main" id="{6FAF8C83-B4A7-F72D-773C-11BB7F1FECE6}"/>
              </a:ext>
            </a:extLst>
          </p:cNvPr>
          <p:cNvGraphicFramePr>
            <a:graphicFrameLocks noGrp="1"/>
          </p:cNvGraphicFramePr>
          <p:nvPr>
            <p:ph idx="1"/>
            <p:extLst>
              <p:ext uri="{D42A27DB-BD31-4B8C-83A1-F6EECF244321}">
                <p14:modId xmlns:p14="http://schemas.microsoft.com/office/powerpoint/2010/main" val="3039771334"/>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IN" sz="3500">
                <a:solidFill>
                  <a:srgbClr val="FFFFFF"/>
                </a:solidFill>
              </a:rPr>
              <a:t>Business Objective</a:t>
            </a:r>
          </a:p>
        </p:txBody>
      </p:sp>
      <p:graphicFrame>
        <p:nvGraphicFramePr>
          <p:cNvPr id="5" name="Content Placeholder 2">
            <a:extLst>
              <a:ext uri="{FF2B5EF4-FFF2-40B4-BE49-F238E27FC236}">
                <a16:creationId xmlns:a16="http://schemas.microsoft.com/office/drawing/2014/main" id="{AEAE975C-C885-AAB2-26FD-7A7473454AF2}"/>
              </a:ext>
            </a:extLst>
          </p:cNvPr>
          <p:cNvGraphicFramePr>
            <a:graphicFrameLocks noGrp="1"/>
          </p:cNvGraphicFramePr>
          <p:nvPr>
            <p:ph idx="1"/>
            <p:extLst>
              <p:ext uri="{D42A27DB-BD31-4B8C-83A1-F6EECF244321}">
                <p14:modId xmlns:p14="http://schemas.microsoft.com/office/powerpoint/2010/main" val="802067198"/>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495030" y="2767106"/>
            <a:ext cx="2160621" cy="3071906"/>
          </a:xfrm>
        </p:spPr>
        <p:txBody>
          <a:bodyPr vert="horz" lIns="91440" tIns="45720" rIns="91440" bIns="45720" rtlCol="0" anchor="t">
            <a:normAutofit/>
          </a:bodyPr>
          <a:lstStyle/>
          <a:p>
            <a:pPr algn="l" defTabSz="914400">
              <a:lnSpc>
                <a:spcPct val="90000"/>
              </a:lnSpc>
            </a:pPr>
            <a:r>
              <a:rPr lang="en-US" sz="3500" kern="1200">
                <a:solidFill>
                  <a:srgbClr val="FFFFFF"/>
                </a:solidFill>
                <a:latin typeface="+mj-lt"/>
                <a:ea typeface="+mj-ea"/>
                <a:cs typeface="+mj-cs"/>
              </a:rPr>
              <a:t>Data Dictionary</a:t>
            </a:r>
          </a:p>
        </p:txBody>
      </p:sp>
      <p:pic>
        <p:nvPicPr>
          <p:cNvPr id="6" name="Content Placeholder 5" descr="A screenshot of a document&#10;&#10;AI-generated content may be incorrect.">
            <a:extLst>
              <a:ext uri="{FF2B5EF4-FFF2-40B4-BE49-F238E27FC236}">
                <a16:creationId xmlns:a16="http://schemas.microsoft.com/office/drawing/2014/main" id="{A7545B62-C50F-1766-985D-DCAE43049E8E}"/>
              </a:ext>
            </a:extLst>
          </p:cNvPr>
          <p:cNvPicPr>
            <a:picLocks noGrp="1" noChangeAspect="1"/>
          </p:cNvPicPr>
          <p:nvPr>
            <p:ph idx="1"/>
          </p:nvPr>
        </p:nvPicPr>
        <p:blipFill>
          <a:blip r:embed="rId3"/>
          <a:stretch>
            <a:fillRect/>
          </a:stretch>
        </p:blipFill>
        <p:spPr>
          <a:xfrm>
            <a:off x="3229052" y="68093"/>
            <a:ext cx="5730121" cy="678947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AA705DA-3A9C-BE31-5339-B3C602F718E8}"/>
              </a:ext>
            </a:extLst>
          </p:cNvPr>
          <p:cNvSpPr>
            <a:spLocks noGrp="1"/>
          </p:cNvSpPr>
          <p:nvPr>
            <p:ph type="title"/>
          </p:nvPr>
        </p:nvSpPr>
        <p:spPr>
          <a:xfrm>
            <a:off x="1028697" y="348865"/>
            <a:ext cx="7533018" cy="877729"/>
          </a:xfrm>
        </p:spPr>
        <p:txBody>
          <a:bodyPr anchor="ctr">
            <a:normAutofit/>
          </a:bodyPr>
          <a:lstStyle/>
          <a:p>
            <a:r>
              <a:rPr lang="en-US" sz="3500">
                <a:solidFill>
                  <a:srgbClr val="FFFFFF"/>
                </a:solidFill>
              </a:rPr>
              <a:t>Data Cleaning</a:t>
            </a:r>
          </a:p>
        </p:txBody>
      </p:sp>
      <p:graphicFrame>
        <p:nvGraphicFramePr>
          <p:cNvPr id="5" name="Content Placeholder 2">
            <a:extLst>
              <a:ext uri="{FF2B5EF4-FFF2-40B4-BE49-F238E27FC236}">
                <a16:creationId xmlns:a16="http://schemas.microsoft.com/office/drawing/2014/main" id="{789C72BE-EEA9-34A7-960B-7C1D2C75582A}"/>
              </a:ext>
            </a:extLst>
          </p:cNvPr>
          <p:cNvGraphicFramePr>
            <a:graphicFrameLocks noGrp="1"/>
          </p:cNvGraphicFramePr>
          <p:nvPr>
            <p:ph idx="1"/>
            <p:extLst>
              <p:ext uri="{D42A27DB-BD31-4B8C-83A1-F6EECF244321}">
                <p14:modId xmlns:p14="http://schemas.microsoft.com/office/powerpoint/2010/main" val="238100167"/>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08819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IN" sz="3500">
                <a:solidFill>
                  <a:srgbClr val="FFFFFF"/>
                </a:solidFill>
              </a:rPr>
              <a:t>Train-Validation Split</a:t>
            </a:r>
          </a:p>
        </p:txBody>
      </p:sp>
      <p:graphicFrame>
        <p:nvGraphicFramePr>
          <p:cNvPr id="5" name="Content Placeholder 2">
            <a:extLst>
              <a:ext uri="{FF2B5EF4-FFF2-40B4-BE49-F238E27FC236}">
                <a16:creationId xmlns:a16="http://schemas.microsoft.com/office/drawing/2014/main" id="{4EB28C48-252C-0F20-03DB-BE9DBE6EA537}"/>
              </a:ext>
            </a:extLst>
          </p:cNvPr>
          <p:cNvGraphicFramePr>
            <a:graphicFrameLocks noGrp="1"/>
          </p:cNvGraphicFramePr>
          <p:nvPr>
            <p:ph idx="1"/>
            <p:extLst>
              <p:ext uri="{D42A27DB-BD31-4B8C-83A1-F6EECF244321}">
                <p14:modId xmlns:p14="http://schemas.microsoft.com/office/powerpoint/2010/main" val="3523146996"/>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6D63398-EEE4-4E6A-BEF3-E92924A28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67" y="0"/>
            <a:ext cx="9170066" cy="6858000"/>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6804B24-17AC-406D-9636-1332F5DF9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19877" y="-988420"/>
            <a:ext cx="6859919" cy="8832924"/>
          </a:xfrm>
          <a:prstGeom prst="rect">
            <a:avLst/>
          </a:prstGeom>
          <a:gradFill>
            <a:gsLst>
              <a:gs pos="0">
                <a:schemeClr val="accent1">
                  <a:lumMod val="50000"/>
                  <a:alpha val="0"/>
                </a:schemeClr>
              </a:gs>
              <a:gs pos="100000">
                <a:schemeClr val="accent1">
                  <a:lumMod val="50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67" y="-864"/>
            <a:ext cx="2706134" cy="6858864"/>
          </a:xfrm>
          <a:prstGeom prst="rect">
            <a:avLst/>
          </a:prstGeom>
          <a:gradFill>
            <a:gsLst>
              <a:gs pos="0">
                <a:schemeClr val="accent1">
                  <a:lumMod val="75000"/>
                  <a:alpha val="48000"/>
                </a:schemeClr>
              </a:gs>
              <a:gs pos="99000">
                <a:srgbClr val="000000">
                  <a:alpha val="46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26703">
            <a:off x="252763" y="1649137"/>
            <a:ext cx="4967533"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570DF94D-F28F-435E-AD56-C40FC99AF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2409782"/>
            <a:ext cx="9166299" cy="4443259"/>
          </a:xfrm>
          <a:prstGeom prst="rect">
            <a:avLst/>
          </a:prstGeom>
          <a:gradFill>
            <a:gsLst>
              <a:gs pos="0">
                <a:schemeClr val="accent1">
                  <a:lumMod val="75000"/>
                  <a:alpha val="50000"/>
                </a:schemeClr>
              </a:gs>
              <a:gs pos="99000">
                <a:srgbClr val="000000">
                  <a:alpha val="11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F952EE-9AAE-4D81-BF98-35DF71334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405630" y="-1353130"/>
            <a:ext cx="6407535" cy="9113803"/>
          </a:xfrm>
          <a:prstGeom prst="rect">
            <a:avLst/>
          </a:prstGeom>
          <a:gradFill>
            <a:gsLst>
              <a:gs pos="1000">
                <a:srgbClr val="000000">
                  <a:alpha val="33000"/>
                </a:srgbClr>
              </a:gs>
              <a:gs pos="100000">
                <a:schemeClr val="accent1">
                  <a:lumMod val="50000"/>
                  <a:alpha val="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0DE938-9E08-22C6-5823-8B3C431DFDC7}"/>
              </a:ext>
            </a:extLst>
          </p:cNvPr>
          <p:cNvSpPr>
            <a:spLocks noGrp="1"/>
          </p:cNvSpPr>
          <p:nvPr>
            <p:ph type="title"/>
          </p:nvPr>
        </p:nvSpPr>
        <p:spPr>
          <a:xfrm>
            <a:off x="3183340" y="3006586"/>
            <a:ext cx="5463701" cy="2732297"/>
          </a:xfrm>
        </p:spPr>
        <p:txBody>
          <a:bodyPr vert="horz" lIns="91440" tIns="45720" rIns="91440" bIns="45720" rtlCol="0" anchor="t">
            <a:normAutofit/>
          </a:bodyPr>
          <a:lstStyle/>
          <a:p>
            <a:pPr algn="l" defTabSz="914400">
              <a:lnSpc>
                <a:spcPct val="90000"/>
              </a:lnSpc>
            </a:pPr>
            <a:r>
              <a:rPr lang="en-US" sz="4200" kern="1200">
                <a:solidFill>
                  <a:srgbClr val="FFFFFF"/>
                </a:solidFill>
                <a:latin typeface="+mj-lt"/>
                <a:ea typeface="+mj-ea"/>
                <a:cs typeface="+mj-cs"/>
              </a:rPr>
              <a:t>EDA on </a:t>
            </a:r>
            <a:br>
              <a:rPr lang="en-US" sz="4200" kern="1200">
                <a:solidFill>
                  <a:srgbClr val="FFFFFF"/>
                </a:solidFill>
                <a:latin typeface="+mj-lt"/>
                <a:ea typeface="+mj-ea"/>
                <a:cs typeface="+mj-cs"/>
              </a:rPr>
            </a:br>
            <a:r>
              <a:rPr lang="en-US" sz="4200" kern="1200">
                <a:solidFill>
                  <a:srgbClr val="FFFFFF"/>
                </a:solidFill>
                <a:latin typeface="+mj-lt"/>
                <a:ea typeface="+mj-ea"/>
                <a:cs typeface="+mj-cs"/>
              </a:rPr>
              <a:t>Training Data </a:t>
            </a:r>
          </a:p>
        </p:txBody>
      </p:sp>
    </p:spTree>
    <p:extLst>
      <p:ext uri="{BB962C8B-B14F-4D97-AF65-F5344CB8AC3E}">
        <p14:creationId xmlns:p14="http://schemas.microsoft.com/office/powerpoint/2010/main" val="1689549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Univariate Analysis</a:t>
            </a:r>
          </a:p>
        </p:txBody>
      </p:sp>
      <p:pic>
        <p:nvPicPr>
          <p:cNvPr id="5" name="Picture" descr="png">
            <a:extLst>
              <a:ext uri="{FF2B5EF4-FFF2-40B4-BE49-F238E27FC236}">
                <a16:creationId xmlns:a16="http://schemas.microsoft.com/office/drawing/2014/main" id="{87606DDA-1039-0ACC-D87E-01AD35E7F25A}"/>
              </a:ext>
            </a:extLst>
          </p:cNvPr>
          <p:cNvPicPr>
            <a:picLocks noGrp="1"/>
          </p:cNvPicPr>
          <p:nvPr>
            <p:ph idx="1"/>
          </p:nvPr>
        </p:nvPicPr>
        <p:blipFill>
          <a:blip r:embed="rId2"/>
          <a:stretch>
            <a:fillRect/>
          </a:stretch>
        </p:blipFill>
        <p:spPr bwMode="auto">
          <a:xfrm>
            <a:off x="1593965" y="1966293"/>
            <a:ext cx="5956067" cy="445216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D4FDF7B-3994-3805-73A5-5C6E50AD3BD5}"/>
              </a:ext>
            </a:extLst>
          </p:cNvPr>
          <p:cNvSpPr>
            <a:spLocks noGrp="1"/>
          </p:cNvSpPr>
          <p:nvPr>
            <p:ph type="title"/>
          </p:nvPr>
        </p:nvSpPr>
        <p:spPr>
          <a:xfrm>
            <a:off x="495030" y="2767106"/>
            <a:ext cx="2160621" cy="3071906"/>
          </a:xfrm>
        </p:spPr>
        <p:txBody>
          <a:bodyPr vert="horz" lIns="91440" tIns="45720" rIns="91440" bIns="45720" rtlCol="0" anchor="t">
            <a:normAutofit/>
          </a:bodyPr>
          <a:lstStyle/>
          <a:p>
            <a:pPr algn="l" defTabSz="914400">
              <a:lnSpc>
                <a:spcPct val="90000"/>
              </a:lnSpc>
            </a:pPr>
            <a:r>
              <a:rPr lang="en-US" sz="3200" kern="1200">
                <a:solidFill>
                  <a:srgbClr val="FFFFFF"/>
                </a:solidFill>
                <a:latin typeface="+mj-lt"/>
                <a:ea typeface="+mj-ea"/>
                <a:cs typeface="+mj-cs"/>
              </a:rPr>
              <a:t>Correlation Analysis</a:t>
            </a:r>
          </a:p>
        </p:txBody>
      </p:sp>
      <p:pic>
        <p:nvPicPr>
          <p:cNvPr id="4" name="Picture" descr="png">
            <a:extLst>
              <a:ext uri="{FF2B5EF4-FFF2-40B4-BE49-F238E27FC236}">
                <a16:creationId xmlns:a16="http://schemas.microsoft.com/office/drawing/2014/main" id="{4C15AA45-38F8-69D6-42DA-3803794B1882}"/>
              </a:ext>
            </a:extLst>
          </p:cNvPr>
          <p:cNvPicPr>
            <a:picLocks noGrp="1"/>
          </p:cNvPicPr>
          <p:nvPr>
            <p:ph idx="1"/>
          </p:nvPr>
        </p:nvPicPr>
        <p:blipFill>
          <a:blip r:embed="rId2"/>
          <a:stretch>
            <a:fillRect/>
          </a:stretch>
        </p:blipFill>
        <p:spPr bwMode="auto">
          <a:xfrm>
            <a:off x="3376821" y="1105470"/>
            <a:ext cx="5419311" cy="4647059"/>
          </a:xfrm>
          <a:prstGeom prst="rect">
            <a:avLst/>
          </a:prstGeom>
          <a:noFill/>
        </p:spPr>
      </p:pic>
    </p:spTree>
    <p:extLst>
      <p:ext uri="{BB962C8B-B14F-4D97-AF65-F5344CB8AC3E}">
        <p14:creationId xmlns:p14="http://schemas.microsoft.com/office/powerpoint/2010/main" val="3508076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D47F699-1F35-F367-6204-ED4A440EB3AE}"/>
              </a:ext>
            </a:extLst>
          </p:cNvPr>
          <p:cNvSpPr>
            <a:spLocks noGrp="1"/>
          </p:cNvSpPr>
          <p:nvPr>
            <p:ph type="title"/>
          </p:nvPr>
        </p:nvSpPr>
        <p:spPr>
          <a:xfrm>
            <a:off x="495030" y="2767106"/>
            <a:ext cx="2160621" cy="3071906"/>
          </a:xfrm>
        </p:spPr>
        <p:txBody>
          <a:bodyPr vert="horz" lIns="91440" tIns="45720" rIns="91440" bIns="45720" rtlCol="0" anchor="t">
            <a:normAutofit/>
          </a:bodyPr>
          <a:lstStyle/>
          <a:p>
            <a:pPr algn="l" defTabSz="914400">
              <a:lnSpc>
                <a:spcPct val="90000"/>
              </a:lnSpc>
            </a:pPr>
            <a:r>
              <a:rPr lang="en-US" sz="3500" kern="1200">
                <a:solidFill>
                  <a:srgbClr val="FFFFFF"/>
                </a:solidFill>
                <a:latin typeface="+mj-lt"/>
                <a:ea typeface="+mj-ea"/>
                <a:cs typeface="+mj-cs"/>
              </a:rPr>
              <a:t>Class Balance</a:t>
            </a:r>
          </a:p>
        </p:txBody>
      </p:sp>
      <p:pic>
        <p:nvPicPr>
          <p:cNvPr id="4" name="Picture" descr="png">
            <a:extLst>
              <a:ext uri="{FF2B5EF4-FFF2-40B4-BE49-F238E27FC236}">
                <a16:creationId xmlns:a16="http://schemas.microsoft.com/office/drawing/2014/main" id="{F23C239B-271A-58B8-81F1-03D4AE729481}"/>
              </a:ext>
            </a:extLst>
          </p:cNvPr>
          <p:cNvPicPr>
            <a:picLocks noGrp="1"/>
          </p:cNvPicPr>
          <p:nvPr>
            <p:ph idx="1"/>
          </p:nvPr>
        </p:nvPicPr>
        <p:blipFill>
          <a:blip r:embed="rId2"/>
          <a:stretch>
            <a:fillRect/>
          </a:stretch>
        </p:blipFill>
        <p:spPr bwMode="auto">
          <a:xfrm>
            <a:off x="3376821" y="1207082"/>
            <a:ext cx="5419311" cy="4443835"/>
          </a:xfrm>
          <a:prstGeom prst="rect">
            <a:avLst/>
          </a:prstGeom>
          <a:noFill/>
        </p:spPr>
      </p:pic>
    </p:spTree>
    <p:extLst>
      <p:ext uri="{BB962C8B-B14F-4D97-AF65-F5344CB8AC3E}">
        <p14:creationId xmlns:p14="http://schemas.microsoft.com/office/powerpoint/2010/main" val="4248201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4" name="Picture 53" descr="Fraudulent_Claim_Detection_Copy1_63_0.png">
            <a:extLst>
              <a:ext uri="{FF2B5EF4-FFF2-40B4-BE49-F238E27FC236}">
                <a16:creationId xmlns:a16="http://schemas.microsoft.com/office/drawing/2014/main" id="{511C1969-942B-4E30-0F10-E7B70D4A2A95}"/>
              </a:ext>
            </a:extLst>
          </p:cNvPr>
          <p:cNvPicPr>
            <a:picLocks noChangeAspect="1"/>
          </p:cNvPicPr>
          <p:nvPr/>
        </p:nvPicPr>
        <p:blipFill>
          <a:blip r:embed="rId2"/>
          <a:stretch>
            <a:fillRect/>
          </a:stretch>
        </p:blipFill>
        <p:spPr>
          <a:xfrm>
            <a:off x="457711" y="346167"/>
            <a:ext cx="2132813" cy="1588946"/>
          </a:xfrm>
          <a:prstGeom prst="rect">
            <a:avLst/>
          </a:prstGeom>
        </p:spPr>
      </p:pic>
      <p:pic>
        <p:nvPicPr>
          <p:cNvPr id="59" name="Picture 58" descr="Fraudulent_Claim_Detection_Copy1_63_5.png">
            <a:extLst>
              <a:ext uri="{FF2B5EF4-FFF2-40B4-BE49-F238E27FC236}">
                <a16:creationId xmlns:a16="http://schemas.microsoft.com/office/drawing/2014/main" id="{C977ACC3-1BF8-5CC9-AFED-7B6A2659988C}"/>
              </a:ext>
            </a:extLst>
          </p:cNvPr>
          <p:cNvPicPr>
            <a:picLocks noChangeAspect="1"/>
          </p:cNvPicPr>
          <p:nvPr/>
        </p:nvPicPr>
        <p:blipFill>
          <a:blip r:embed="rId3"/>
          <a:stretch>
            <a:fillRect/>
          </a:stretch>
        </p:blipFill>
        <p:spPr>
          <a:xfrm>
            <a:off x="3468404" y="346167"/>
            <a:ext cx="2077777" cy="1547944"/>
          </a:xfrm>
          <a:prstGeom prst="rect">
            <a:avLst/>
          </a:prstGeom>
        </p:spPr>
      </p:pic>
      <p:pic>
        <p:nvPicPr>
          <p:cNvPr id="57" name="Picture 56" descr="Fraudulent_Claim_Detection_Copy1_63_3.png">
            <a:extLst>
              <a:ext uri="{FF2B5EF4-FFF2-40B4-BE49-F238E27FC236}">
                <a16:creationId xmlns:a16="http://schemas.microsoft.com/office/drawing/2014/main" id="{708E2943-16BB-8F8D-99A1-EFDF60CC952F}"/>
              </a:ext>
            </a:extLst>
          </p:cNvPr>
          <p:cNvPicPr>
            <a:picLocks noChangeAspect="1"/>
          </p:cNvPicPr>
          <p:nvPr/>
        </p:nvPicPr>
        <p:blipFill>
          <a:blip r:embed="rId4"/>
          <a:stretch>
            <a:fillRect/>
          </a:stretch>
        </p:blipFill>
        <p:spPr>
          <a:xfrm>
            <a:off x="457718" y="2639045"/>
            <a:ext cx="2132797" cy="1588934"/>
          </a:xfrm>
          <a:prstGeom prst="rect">
            <a:avLst/>
          </a:prstGeom>
        </p:spPr>
      </p:pic>
      <p:pic>
        <p:nvPicPr>
          <p:cNvPr id="58" name="Picture 57" descr="Fraudulent_Claim_Detection_Copy1_63_4.png">
            <a:extLst>
              <a:ext uri="{FF2B5EF4-FFF2-40B4-BE49-F238E27FC236}">
                <a16:creationId xmlns:a16="http://schemas.microsoft.com/office/drawing/2014/main" id="{E01DC0B2-5524-5E65-81AA-A7A6C1420F64}"/>
              </a:ext>
            </a:extLst>
          </p:cNvPr>
          <p:cNvPicPr>
            <a:picLocks noChangeAspect="1"/>
          </p:cNvPicPr>
          <p:nvPr/>
        </p:nvPicPr>
        <p:blipFill>
          <a:blip r:embed="rId5"/>
          <a:stretch>
            <a:fillRect/>
          </a:stretch>
        </p:blipFill>
        <p:spPr>
          <a:xfrm>
            <a:off x="460739" y="4930536"/>
            <a:ext cx="2124381" cy="1582664"/>
          </a:xfrm>
          <a:prstGeom prst="rect">
            <a:avLst/>
          </a:prstGeom>
        </p:spPr>
      </p:pic>
      <p:pic>
        <p:nvPicPr>
          <p:cNvPr id="56" name="Picture 55" descr="Fraudulent_Claim_Detection_Copy1_63_2.png">
            <a:extLst>
              <a:ext uri="{FF2B5EF4-FFF2-40B4-BE49-F238E27FC236}">
                <a16:creationId xmlns:a16="http://schemas.microsoft.com/office/drawing/2014/main" id="{168969B4-0755-77A7-C788-06B1921F5889}"/>
              </a:ext>
            </a:extLst>
          </p:cNvPr>
          <p:cNvPicPr>
            <a:picLocks noChangeAspect="1"/>
          </p:cNvPicPr>
          <p:nvPr/>
        </p:nvPicPr>
        <p:blipFill>
          <a:blip r:embed="rId6"/>
          <a:stretch>
            <a:fillRect/>
          </a:stretch>
        </p:blipFill>
        <p:spPr>
          <a:xfrm>
            <a:off x="3468374" y="4930535"/>
            <a:ext cx="2122547" cy="1581298"/>
          </a:xfrm>
          <a:prstGeom prst="rect">
            <a:avLst/>
          </a:prstGeom>
        </p:spPr>
      </p:pic>
      <p:sp>
        <p:nvSpPr>
          <p:cNvPr id="69" name="Rectangle 68">
            <a:extLst>
              <a:ext uri="{FF2B5EF4-FFF2-40B4-BE49-F238E27FC236}">
                <a16:creationId xmlns:a16="http://schemas.microsoft.com/office/drawing/2014/main" id="{A5A17FC0-D416-4C8B-A9E6-5924D352B9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6345" y="-680"/>
            <a:ext cx="3177655" cy="6858681"/>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4DFFB32-1711-3B99-E199-543B7946E029}"/>
              </a:ext>
            </a:extLst>
          </p:cNvPr>
          <p:cNvSpPr>
            <a:spLocks noGrp="1"/>
          </p:cNvSpPr>
          <p:nvPr>
            <p:ph type="title"/>
          </p:nvPr>
        </p:nvSpPr>
        <p:spPr>
          <a:xfrm>
            <a:off x="6211614" y="1010485"/>
            <a:ext cx="2130293" cy="3353959"/>
          </a:xfrm>
        </p:spPr>
        <p:txBody>
          <a:bodyPr vert="horz" lIns="91440" tIns="45720" rIns="91440" bIns="45720" rtlCol="0" anchor="b">
            <a:normAutofit/>
          </a:bodyPr>
          <a:lstStyle/>
          <a:p>
            <a:pPr algn="l" defTabSz="914400">
              <a:lnSpc>
                <a:spcPct val="90000"/>
              </a:lnSpc>
            </a:pPr>
            <a:r>
              <a:rPr lang="en-US" sz="2900" kern="1200">
                <a:solidFill>
                  <a:srgbClr val="FFFFFF"/>
                </a:solidFill>
                <a:latin typeface="+mj-lt"/>
                <a:ea typeface="+mj-ea"/>
                <a:cs typeface="+mj-cs"/>
              </a:rPr>
              <a:t>Bivariate Analysis (Categorical Columns)</a:t>
            </a:r>
            <a:br>
              <a:rPr lang="en-US" sz="2900" kern="1200">
                <a:solidFill>
                  <a:srgbClr val="FFFFFF"/>
                </a:solidFill>
                <a:latin typeface="+mj-lt"/>
                <a:ea typeface="+mj-ea"/>
                <a:cs typeface="+mj-cs"/>
              </a:rPr>
            </a:br>
            <a:r>
              <a:rPr lang="en-US" sz="2900" kern="1200">
                <a:solidFill>
                  <a:srgbClr val="FFFFFF"/>
                </a:solidFill>
                <a:latin typeface="+mj-lt"/>
                <a:ea typeface="+mj-ea"/>
                <a:cs typeface="+mj-cs"/>
              </a:rPr>
              <a:t>Part 1</a:t>
            </a:r>
          </a:p>
        </p:txBody>
      </p:sp>
      <p:cxnSp>
        <p:nvCxnSpPr>
          <p:cNvPr id="71" name="Straight Connector 70">
            <a:extLst>
              <a:ext uri="{FF2B5EF4-FFF2-40B4-BE49-F238E27FC236}">
                <a16:creationId xmlns:a16="http://schemas.microsoft.com/office/drawing/2014/main" id="{982DC870-E8E5-4050-B10C-CC24FC67E5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2285774"/>
            <a:ext cx="6015556" cy="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F76A74F-C283-4DED-BD4D-086753B7CB0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4571549"/>
            <a:ext cx="6085489" cy="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B2791FB-B2F7-4BBE-B8D8-74C37FF9E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48239" y="-680"/>
            <a:ext cx="0" cy="6858003"/>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891B5DE-6811-4844-BB18-472A3F360EE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15556" y="-680"/>
            <a:ext cx="0" cy="224028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pic>
        <p:nvPicPr>
          <p:cNvPr id="55" name="Picture 54" descr="Fraudulent_Claim_Detection_Copy1_63_1.png">
            <a:extLst>
              <a:ext uri="{FF2B5EF4-FFF2-40B4-BE49-F238E27FC236}">
                <a16:creationId xmlns:a16="http://schemas.microsoft.com/office/drawing/2014/main" id="{0B128892-482F-6728-0631-99108F284154}"/>
              </a:ext>
            </a:extLst>
          </p:cNvPr>
          <p:cNvPicPr>
            <a:picLocks noChangeAspect="1"/>
          </p:cNvPicPr>
          <p:nvPr/>
        </p:nvPicPr>
        <p:blipFill>
          <a:blip r:embed="rId7"/>
          <a:stretch>
            <a:fillRect/>
          </a:stretch>
        </p:blipFill>
        <p:spPr>
          <a:xfrm>
            <a:off x="3378745" y="2636436"/>
            <a:ext cx="2301808" cy="1714847"/>
          </a:xfrm>
          <a:prstGeom prst="rect">
            <a:avLst/>
          </a:prstGeom>
        </p:spPr>
      </p:pic>
      <p:cxnSp>
        <p:nvCxnSpPr>
          <p:cNvPr id="79" name="Straight Connector 78">
            <a:extLst>
              <a:ext uri="{FF2B5EF4-FFF2-40B4-BE49-F238E27FC236}">
                <a16:creationId xmlns:a16="http://schemas.microsoft.com/office/drawing/2014/main" id="{77A9CA3A-7216-41E0-B3CD-058077FD39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55477" y="4571549"/>
            <a:ext cx="1419521" cy="0"/>
          </a:xfrm>
          <a:prstGeom prst="line">
            <a:avLst/>
          </a:prstGeom>
          <a:ln w="15875">
            <a:solidFill>
              <a:srgbClr val="FFFFFF">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3257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Fraudulent_Claim_Detection_Copy1_63_9.png">
            <a:extLst>
              <a:ext uri="{FF2B5EF4-FFF2-40B4-BE49-F238E27FC236}">
                <a16:creationId xmlns:a16="http://schemas.microsoft.com/office/drawing/2014/main" id="{1A9BC85D-33EB-5F2A-2296-F44B8028E3D5}"/>
              </a:ext>
            </a:extLst>
          </p:cNvPr>
          <p:cNvPicPr>
            <a:picLocks noChangeAspect="1"/>
          </p:cNvPicPr>
          <p:nvPr/>
        </p:nvPicPr>
        <p:blipFill>
          <a:blip r:embed="rId2"/>
          <a:stretch>
            <a:fillRect/>
          </a:stretch>
        </p:blipFill>
        <p:spPr>
          <a:xfrm>
            <a:off x="457711" y="346167"/>
            <a:ext cx="2132813" cy="1588946"/>
          </a:xfrm>
          <a:prstGeom prst="rect">
            <a:avLst/>
          </a:prstGeom>
        </p:spPr>
      </p:pic>
      <p:pic>
        <p:nvPicPr>
          <p:cNvPr id="11" name="Picture 10" descr="Fraudulent_Claim_Detection_Copy1_63_11.png">
            <a:extLst>
              <a:ext uri="{FF2B5EF4-FFF2-40B4-BE49-F238E27FC236}">
                <a16:creationId xmlns:a16="http://schemas.microsoft.com/office/drawing/2014/main" id="{AAB822E4-485D-92AD-A033-BFB91D41CBB2}"/>
              </a:ext>
            </a:extLst>
          </p:cNvPr>
          <p:cNvPicPr>
            <a:picLocks noChangeAspect="1"/>
          </p:cNvPicPr>
          <p:nvPr/>
        </p:nvPicPr>
        <p:blipFill>
          <a:blip r:embed="rId3"/>
          <a:stretch>
            <a:fillRect/>
          </a:stretch>
        </p:blipFill>
        <p:spPr>
          <a:xfrm>
            <a:off x="3468404" y="346167"/>
            <a:ext cx="2077777" cy="1547944"/>
          </a:xfrm>
          <a:prstGeom prst="rect">
            <a:avLst/>
          </a:prstGeom>
        </p:spPr>
      </p:pic>
      <p:pic>
        <p:nvPicPr>
          <p:cNvPr id="8" name="Picture 7" descr="Fraudulent_Claim_Detection_Copy1_63_8.png">
            <a:extLst>
              <a:ext uri="{FF2B5EF4-FFF2-40B4-BE49-F238E27FC236}">
                <a16:creationId xmlns:a16="http://schemas.microsoft.com/office/drawing/2014/main" id="{B034BEE5-305F-B1A4-5F7A-F92B334A2779}"/>
              </a:ext>
            </a:extLst>
          </p:cNvPr>
          <p:cNvPicPr>
            <a:picLocks noChangeAspect="1"/>
          </p:cNvPicPr>
          <p:nvPr/>
        </p:nvPicPr>
        <p:blipFill>
          <a:blip r:embed="rId4"/>
          <a:stretch>
            <a:fillRect/>
          </a:stretch>
        </p:blipFill>
        <p:spPr>
          <a:xfrm>
            <a:off x="457718" y="2639045"/>
            <a:ext cx="2132797" cy="1588934"/>
          </a:xfrm>
          <a:prstGeom prst="rect">
            <a:avLst/>
          </a:prstGeom>
        </p:spPr>
      </p:pic>
      <p:pic>
        <p:nvPicPr>
          <p:cNvPr id="6" name="Picture 5" descr="Fraudulent_Claim_Detection_Copy1_63_6.png">
            <a:extLst>
              <a:ext uri="{FF2B5EF4-FFF2-40B4-BE49-F238E27FC236}">
                <a16:creationId xmlns:a16="http://schemas.microsoft.com/office/drawing/2014/main" id="{5886F721-5976-4F3E-659C-5D785D1F589D}"/>
              </a:ext>
            </a:extLst>
          </p:cNvPr>
          <p:cNvPicPr>
            <a:picLocks noChangeAspect="1"/>
          </p:cNvPicPr>
          <p:nvPr/>
        </p:nvPicPr>
        <p:blipFill>
          <a:blip r:embed="rId5"/>
          <a:stretch>
            <a:fillRect/>
          </a:stretch>
        </p:blipFill>
        <p:spPr>
          <a:xfrm>
            <a:off x="460739" y="4930536"/>
            <a:ext cx="2124381" cy="1582664"/>
          </a:xfrm>
          <a:prstGeom prst="rect">
            <a:avLst/>
          </a:prstGeom>
        </p:spPr>
      </p:pic>
      <p:pic>
        <p:nvPicPr>
          <p:cNvPr id="7" name="Picture 6" descr="Fraudulent_Claim_Detection_Copy1_63_7.png">
            <a:extLst>
              <a:ext uri="{FF2B5EF4-FFF2-40B4-BE49-F238E27FC236}">
                <a16:creationId xmlns:a16="http://schemas.microsoft.com/office/drawing/2014/main" id="{AD75C535-D9D3-A0E2-A4DF-25913D62F214}"/>
              </a:ext>
            </a:extLst>
          </p:cNvPr>
          <p:cNvPicPr>
            <a:picLocks noChangeAspect="1"/>
          </p:cNvPicPr>
          <p:nvPr/>
        </p:nvPicPr>
        <p:blipFill>
          <a:blip r:embed="rId6"/>
          <a:stretch>
            <a:fillRect/>
          </a:stretch>
        </p:blipFill>
        <p:spPr>
          <a:xfrm>
            <a:off x="3468374" y="4930535"/>
            <a:ext cx="2122547" cy="1581298"/>
          </a:xfrm>
          <a:prstGeom prst="rect">
            <a:avLst/>
          </a:prstGeom>
        </p:spPr>
      </p:pic>
      <p:sp>
        <p:nvSpPr>
          <p:cNvPr id="16" name="Rectangle 15">
            <a:extLst>
              <a:ext uri="{FF2B5EF4-FFF2-40B4-BE49-F238E27FC236}">
                <a16:creationId xmlns:a16="http://schemas.microsoft.com/office/drawing/2014/main" id="{A5A17FC0-D416-4C8B-A9E6-5924D352B9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6345" y="-680"/>
            <a:ext cx="3177655" cy="6858681"/>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1">
            <a:extLst>
              <a:ext uri="{FF2B5EF4-FFF2-40B4-BE49-F238E27FC236}">
                <a16:creationId xmlns:a16="http://schemas.microsoft.com/office/drawing/2014/main" id="{68B9B677-F8FB-BE18-8069-8D565FE1723C}"/>
              </a:ext>
            </a:extLst>
          </p:cNvPr>
          <p:cNvSpPr>
            <a:spLocks noGrp="1"/>
          </p:cNvSpPr>
          <p:nvPr>
            <p:ph type="title"/>
          </p:nvPr>
        </p:nvSpPr>
        <p:spPr>
          <a:xfrm>
            <a:off x="6211614" y="1010485"/>
            <a:ext cx="2130293" cy="3353959"/>
          </a:xfrm>
        </p:spPr>
        <p:txBody>
          <a:bodyPr vert="horz" lIns="91440" tIns="45720" rIns="91440" bIns="45720" rtlCol="0" anchor="b">
            <a:normAutofit/>
          </a:bodyPr>
          <a:lstStyle/>
          <a:p>
            <a:pPr algn="l" defTabSz="914400">
              <a:lnSpc>
                <a:spcPct val="90000"/>
              </a:lnSpc>
            </a:pPr>
            <a:r>
              <a:rPr lang="en-US" sz="2900" kern="1200">
                <a:solidFill>
                  <a:srgbClr val="FFFFFF"/>
                </a:solidFill>
                <a:latin typeface="+mj-lt"/>
                <a:ea typeface="+mj-ea"/>
                <a:cs typeface="+mj-cs"/>
              </a:rPr>
              <a:t>Bivariate Analysis (Categorical Columns)</a:t>
            </a:r>
            <a:br>
              <a:rPr lang="en-US" sz="2900" kern="1200">
                <a:solidFill>
                  <a:srgbClr val="FFFFFF"/>
                </a:solidFill>
                <a:latin typeface="+mj-lt"/>
                <a:ea typeface="+mj-ea"/>
                <a:cs typeface="+mj-cs"/>
              </a:rPr>
            </a:br>
            <a:r>
              <a:rPr lang="en-US" sz="2900" kern="1200">
                <a:solidFill>
                  <a:srgbClr val="FFFFFF"/>
                </a:solidFill>
                <a:latin typeface="+mj-lt"/>
                <a:ea typeface="+mj-ea"/>
                <a:cs typeface="+mj-cs"/>
              </a:rPr>
              <a:t>Part 2</a:t>
            </a:r>
          </a:p>
        </p:txBody>
      </p:sp>
      <p:cxnSp>
        <p:nvCxnSpPr>
          <p:cNvPr id="18" name="Straight Connector 17">
            <a:extLst>
              <a:ext uri="{FF2B5EF4-FFF2-40B4-BE49-F238E27FC236}">
                <a16:creationId xmlns:a16="http://schemas.microsoft.com/office/drawing/2014/main" id="{982DC870-E8E5-4050-B10C-CC24FC67E5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2285774"/>
            <a:ext cx="6015556" cy="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F76A74F-C283-4DED-BD4D-086753B7CB0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4571549"/>
            <a:ext cx="6085489" cy="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B2791FB-B2F7-4BBE-B8D8-74C37FF9E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48239" y="-680"/>
            <a:ext cx="0" cy="6858003"/>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891B5DE-6811-4844-BB18-472A3F360EE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15556" y="-680"/>
            <a:ext cx="0" cy="224028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pic>
        <p:nvPicPr>
          <p:cNvPr id="10" name="Picture 9" descr="Fraudulent_Claim_Detection_Copy1_63_10.png">
            <a:extLst>
              <a:ext uri="{FF2B5EF4-FFF2-40B4-BE49-F238E27FC236}">
                <a16:creationId xmlns:a16="http://schemas.microsoft.com/office/drawing/2014/main" id="{404433BE-1FBF-D6D7-3B80-5626D5E5E82A}"/>
              </a:ext>
            </a:extLst>
          </p:cNvPr>
          <p:cNvPicPr>
            <a:picLocks noChangeAspect="1"/>
          </p:cNvPicPr>
          <p:nvPr/>
        </p:nvPicPr>
        <p:blipFill>
          <a:blip r:embed="rId7"/>
          <a:stretch>
            <a:fillRect/>
          </a:stretch>
        </p:blipFill>
        <p:spPr>
          <a:xfrm>
            <a:off x="3378745" y="2636436"/>
            <a:ext cx="2301808" cy="1714847"/>
          </a:xfrm>
          <a:prstGeom prst="rect">
            <a:avLst/>
          </a:prstGeom>
        </p:spPr>
      </p:pic>
      <p:cxnSp>
        <p:nvCxnSpPr>
          <p:cNvPr id="26" name="Straight Connector 25">
            <a:extLst>
              <a:ext uri="{FF2B5EF4-FFF2-40B4-BE49-F238E27FC236}">
                <a16:creationId xmlns:a16="http://schemas.microsoft.com/office/drawing/2014/main" id="{77A9CA3A-7216-41E0-B3CD-058077FD39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55477" y="4571549"/>
            <a:ext cx="1419521" cy="0"/>
          </a:xfrm>
          <a:prstGeom prst="line">
            <a:avLst/>
          </a:prstGeom>
          <a:ln w="15875">
            <a:solidFill>
              <a:srgbClr val="FFFFFF">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5695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Fraudulent_Claim_Detection_Copy1_63_16.png">
            <a:extLst>
              <a:ext uri="{FF2B5EF4-FFF2-40B4-BE49-F238E27FC236}">
                <a16:creationId xmlns:a16="http://schemas.microsoft.com/office/drawing/2014/main" id="{F19404B4-BB62-E5DE-EAF9-84E4A0D9E888}"/>
              </a:ext>
            </a:extLst>
          </p:cNvPr>
          <p:cNvPicPr>
            <a:picLocks noChangeAspect="1"/>
          </p:cNvPicPr>
          <p:nvPr/>
        </p:nvPicPr>
        <p:blipFill>
          <a:blip r:embed="rId2"/>
          <a:stretch>
            <a:fillRect/>
          </a:stretch>
        </p:blipFill>
        <p:spPr>
          <a:xfrm>
            <a:off x="461277" y="346167"/>
            <a:ext cx="2125680" cy="1588946"/>
          </a:xfrm>
          <a:prstGeom prst="rect">
            <a:avLst/>
          </a:prstGeom>
        </p:spPr>
      </p:pic>
      <p:pic>
        <p:nvPicPr>
          <p:cNvPr id="5" name="Picture 4" descr="Fraudulent_Claim_Detection_Copy1_63_12.png">
            <a:extLst>
              <a:ext uri="{FF2B5EF4-FFF2-40B4-BE49-F238E27FC236}">
                <a16:creationId xmlns:a16="http://schemas.microsoft.com/office/drawing/2014/main" id="{90E40DBC-1328-999D-C498-2E73189F9A5A}"/>
              </a:ext>
            </a:extLst>
          </p:cNvPr>
          <p:cNvPicPr>
            <a:picLocks noChangeAspect="1"/>
          </p:cNvPicPr>
          <p:nvPr/>
        </p:nvPicPr>
        <p:blipFill>
          <a:blip r:embed="rId3"/>
          <a:stretch>
            <a:fillRect/>
          </a:stretch>
        </p:blipFill>
        <p:spPr>
          <a:xfrm>
            <a:off x="3468404" y="346167"/>
            <a:ext cx="2077777" cy="1547944"/>
          </a:xfrm>
          <a:prstGeom prst="rect">
            <a:avLst/>
          </a:prstGeom>
        </p:spPr>
      </p:pic>
      <p:pic>
        <p:nvPicPr>
          <p:cNvPr id="8" name="Picture 7" descr="Fraudulent_Claim_Detection_Copy1_63_15.png">
            <a:extLst>
              <a:ext uri="{FF2B5EF4-FFF2-40B4-BE49-F238E27FC236}">
                <a16:creationId xmlns:a16="http://schemas.microsoft.com/office/drawing/2014/main" id="{BE000374-DF30-A306-ACE2-E1171B0C6433}"/>
              </a:ext>
            </a:extLst>
          </p:cNvPr>
          <p:cNvPicPr>
            <a:picLocks noChangeAspect="1"/>
          </p:cNvPicPr>
          <p:nvPr/>
        </p:nvPicPr>
        <p:blipFill>
          <a:blip r:embed="rId4"/>
          <a:stretch>
            <a:fillRect/>
          </a:stretch>
        </p:blipFill>
        <p:spPr>
          <a:xfrm>
            <a:off x="6536750" y="346167"/>
            <a:ext cx="2077782" cy="1547948"/>
          </a:xfrm>
          <a:prstGeom prst="rect">
            <a:avLst/>
          </a:prstGeom>
        </p:spPr>
      </p:pic>
      <p:pic>
        <p:nvPicPr>
          <p:cNvPr id="6" name="Picture 5" descr="Fraudulent_Claim_Detection_Copy1_63_13.png">
            <a:extLst>
              <a:ext uri="{FF2B5EF4-FFF2-40B4-BE49-F238E27FC236}">
                <a16:creationId xmlns:a16="http://schemas.microsoft.com/office/drawing/2014/main" id="{E0C2AB39-C128-473C-6B28-6E534FB7FC1C}"/>
              </a:ext>
            </a:extLst>
          </p:cNvPr>
          <p:cNvPicPr>
            <a:picLocks noChangeAspect="1"/>
          </p:cNvPicPr>
          <p:nvPr/>
        </p:nvPicPr>
        <p:blipFill>
          <a:blip r:embed="rId5"/>
          <a:stretch>
            <a:fillRect/>
          </a:stretch>
        </p:blipFill>
        <p:spPr>
          <a:xfrm>
            <a:off x="457718" y="2639045"/>
            <a:ext cx="2132797" cy="1588934"/>
          </a:xfrm>
          <a:prstGeom prst="rect">
            <a:avLst/>
          </a:prstGeom>
        </p:spPr>
      </p:pic>
      <p:pic>
        <p:nvPicPr>
          <p:cNvPr id="7" name="Picture 6" descr="Fraudulent_Claim_Detection_Copy1_63_14.png">
            <a:extLst>
              <a:ext uri="{FF2B5EF4-FFF2-40B4-BE49-F238E27FC236}">
                <a16:creationId xmlns:a16="http://schemas.microsoft.com/office/drawing/2014/main" id="{FF132517-A36B-7C98-7649-641E5F37D210}"/>
              </a:ext>
            </a:extLst>
          </p:cNvPr>
          <p:cNvPicPr>
            <a:picLocks noChangeAspect="1"/>
          </p:cNvPicPr>
          <p:nvPr/>
        </p:nvPicPr>
        <p:blipFill>
          <a:blip r:embed="rId6"/>
          <a:stretch>
            <a:fillRect/>
          </a:stretch>
        </p:blipFill>
        <p:spPr>
          <a:xfrm>
            <a:off x="460739" y="4930536"/>
            <a:ext cx="2124381" cy="1582664"/>
          </a:xfrm>
          <a:prstGeom prst="rect">
            <a:avLst/>
          </a:prstGeom>
        </p:spPr>
      </p:pic>
      <p:sp>
        <p:nvSpPr>
          <p:cNvPr id="14" name="Rectangle 13">
            <a:extLst>
              <a:ext uri="{FF2B5EF4-FFF2-40B4-BE49-F238E27FC236}">
                <a16:creationId xmlns:a16="http://schemas.microsoft.com/office/drawing/2014/main" id="{A5A17FC0-D416-4C8B-A9E6-5924D352B9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0621" y="2300641"/>
            <a:ext cx="6093379" cy="455736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1">
            <a:extLst>
              <a:ext uri="{FF2B5EF4-FFF2-40B4-BE49-F238E27FC236}">
                <a16:creationId xmlns:a16="http://schemas.microsoft.com/office/drawing/2014/main" id="{67700F66-2B41-31EF-0C60-7726D2B6F0D1}"/>
              </a:ext>
            </a:extLst>
          </p:cNvPr>
          <p:cNvSpPr>
            <a:spLocks noGrp="1"/>
          </p:cNvSpPr>
          <p:nvPr>
            <p:ph type="title"/>
          </p:nvPr>
        </p:nvSpPr>
        <p:spPr>
          <a:xfrm>
            <a:off x="3492942" y="2916520"/>
            <a:ext cx="4848965" cy="2309364"/>
          </a:xfrm>
        </p:spPr>
        <p:txBody>
          <a:bodyPr vert="horz" lIns="91440" tIns="45720" rIns="91440" bIns="45720" rtlCol="0" anchor="b">
            <a:normAutofit/>
          </a:bodyPr>
          <a:lstStyle/>
          <a:p>
            <a:pPr algn="l" defTabSz="914400">
              <a:lnSpc>
                <a:spcPct val="90000"/>
              </a:lnSpc>
            </a:pPr>
            <a:r>
              <a:rPr lang="en-US" sz="3900" kern="1200">
                <a:solidFill>
                  <a:srgbClr val="FFFFFF"/>
                </a:solidFill>
                <a:latin typeface="+mj-lt"/>
                <a:ea typeface="+mj-ea"/>
                <a:cs typeface="+mj-cs"/>
              </a:rPr>
              <a:t>Bivariate Analysis (Categorical Columns)</a:t>
            </a:r>
            <a:br>
              <a:rPr lang="en-US" sz="3900" kern="1200">
                <a:solidFill>
                  <a:srgbClr val="FFFFFF"/>
                </a:solidFill>
                <a:latin typeface="+mj-lt"/>
                <a:ea typeface="+mj-ea"/>
                <a:cs typeface="+mj-cs"/>
              </a:rPr>
            </a:br>
            <a:r>
              <a:rPr lang="en-US" sz="3900" kern="1200">
                <a:solidFill>
                  <a:srgbClr val="FFFFFF"/>
                </a:solidFill>
                <a:latin typeface="+mj-lt"/>
                <a:ea typeface="+mj-ea"/>
                <a:cs typeface="+mj-cs"/>
              </a:rPr>
              <a:t>Part 3</a:t>
            </a:r>
          </a:p>
        </p:txBody>
      </p:sp>
      <p:cxnSp>
        <p:nvCxnSpPr>
          <p:cNvPr id="16" name="Straight Connector 15">
            <a:extLst>
              <a:ext uri="{FF2B5EF4-FFF2-40B4-BE49-F238E27FC236}">
                <a16:creationId xmlns:a16="http://schemas.microsoft.com/office/drawing/2014/main" id="{982DC870-E8E5-4050-B10C-CC24FC67E5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2285774"/>
            <a:ext cx="9141714" cy="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F76A74F-C283-4DED-BD4D-086753B7CB0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4571548"/>
            <a:ext cx="3048240" cy="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B2791FB-B2F7-4BBE-B8D8-74C37FF9E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48239" y="-680"/>
            <a:ext cx="0" cy="6858003"/>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891B5DE-6811-4844-BB18-472A3F360EE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15556" y="-680"/>
            <a:ext cx="0" cy="224028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7A9CA3A-7216-41E0-B3CD-058077FD39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60198" y="5336249"/>
            <a:ext cx="4114800" cy="0"/>
          </a:xfrm>
          <a:prstGeom prst="line">
            <a:avLst/>
          </a:prstGeom>
          <a:ln w="15875">
            <a:solidFill>
              <a:srgbClr val="FFFFFF">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8991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98F3DEE-0E56-499F-AFAE-C2DA7C2C8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3B9C452-2C6E-4D52-8FC7-669291EE9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4E1CC44-1B7F-472B-B668-B4F2F4723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5BAD077-4A41-458D-9909-1A108699E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6"/>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F1FC21CE-01FD-49CC-BAFC-06F38B34B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9075" y="0"/>
            <a:ext cx="3227567"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4F65A4B9-60D0-4FF3-C21E-02D5D5C5AC3D}"/>
              </a:ext>
            </a:extLst>
          </p:cNvPr>
          <p:cNvSpPr txBox="1">
            <a:spLocks/>
          </p:cNvSpPr>
          <p:nvPr/>
        </p:nvSpPr>
        <p:spPr>
          <a:xfrm>
            <a:off x="524785" y="321728"/>
            <a:ext cx="5249912" cy="967956"/>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Aft>
                <a:spcPts val="600"/>
              </a:spcAft>
            </a:pPr>
            <a:r>
              <a:rPr lang="en-US" sz="2500">
                <a:solidFill>
                  <a:srgbClr val="FFFFFF"/>
                </a:solidFill>
              </a:rPr>
              <a:t>Bivariate Analysis (Numerical Columns)</a:t>
            </a:r>
            <a:br>
              <a:rPr lang="en-US" sz="2500">
                <a:solidFill>
                  <a:srgbClr val="FFFFFF"/>
                </a:solidFill>
              </a:rPr>
            </a:br>
            <a:r>
              <a:rPr lang="en-US" sz="2500">
                <a:solidFill>
                  <a:srgbClr val="FFFFFF"/>
                </a:solidFill>
              </a:rPr>
              <a:t>Part 1</a:t>
            </a:r>
          </a:p>
        </p:txBody>
      </p:sp>
      <p:pic>
        <p:nvPicPr>
          <p:cNvPr id="8" name="Picture 7" descr="Fraudulent_Claim_Detection_Copy1_65_24.png">
            <a:extLst>
              <a:ext uri="{FF2B5EF4-FFF2-40B4-BE49-F238E27FC236}">
                <a16:creationId xmlns:a16="http://schemas.microsoft.com/office/drawing/2014/main" id="{DCA01A65-0341-C7D5-EC7F-C112E52B6FCF}"/>
              </a:ext>
            </a:extLst>
          </p:cNvPr>
          <p:cNvPicPr>
            <a:picLocks noChangeAspect="1"/>
          </p:cNvPicPr>
          <p:nvPr/>
        </p:nvPicPr>
        <p:blipFill>
          <a:blip r:embed="rId2"/>
          <a:stretch>
            <a:fillRect/>
          </a:stretch>
        </p:blipFill>
        <p:spPr>
          <a:xfrm>
            <a:off x="524785" y="1682886"/>
            <a:ext cx="4139700" cy="2587557"/>
          </a:xfrm>
          <a:prstGeom prst="rect">
            <a:avLst/>
          </a:prstGeom>
        </p:spPr>
      </p:pic>
      <p:pic>
        <p:nvPicPr>
          <p:cNvPr id="7" name="Picture 6" descr="Fraudulent_Claim_Detection_Copy1_65_26.png">
            <a:extLst>
              <a:ext uri="{FF2B5EF4-FFF2-40B4-BE49-F238E27FC236}">
                <a16:creationId xmlns:a16="http://schemas.microsoft.com/office/drawing/2014/main" id="{2899A21E-77D7-43C9-BAAC-A36A4F79B093}"/>
              </a:ext>
            </a:extLst>
          </p:cNvPr>
          <p:cNvPicPr>
            <a:picLocks noChangeAspect="1"/>
          </p:cNvPicPr>
          <p:nvPr/>
        </p:nvPicPr>
        <p:blipFill>
          <a:blip r:embed="rId3"/>
          <a:stretch>
            <a:fillRect/>
          </a:stretch>
        </p:blipFill>
        <p:spPr>
          <a:xfrm>
            <a:off x="4664485" y="1770434"/>
            <a:ext cx="4284962" cy="2500009"/>
          </a:xfrm>
          <a:prstGeom prst="rect">
            <a:avLst/>
          </a:prstGeom>
        </p:spPr>
      </p:pic>
      <p:pic>
        <p:nvPicPr>
          <p:cNvPr id="6" name="Picture 5" descr="Fraudulent_Claim_Detection_Copy1_65_28.png">
            <a:extLst>
              <a:ext uri="{FF2B5EF4-FFF2-40B4-BE49-F238E27FC236}">
                <a16:creationId xmlns:a16="http://schemas.microsoft.com/office/drawing/2014/main" id="{F4621991-BFD2-1CE4-E894-AE0243773B9F}"/>
              </a:ext>
            </a:extLst>
          </p:cNvPr>
          <p:cNvPicPr>
            <a:picLocks noChangeAspect="1"/>
          </p:cNvPicPr>
          <p:nvPr/>
        </p:nvPicPr>
        <p:blipFill>
          <a:blip r:embed="rId4"/>
          <a:stretch>
            <a:fillRect/>
          </a:stretch>
        </p:blipFill>
        <p:spPr>
          <a:xfrm>
            <a:off x="581951" y="4396902"/>
            <a:ext cx="4082534" cy="2461096"/>
          </a:xfrm>
          <a:prstGeom prst="rect">
            <a:avLst/>
          </a:prstGeom>
        </p:spPr>
      </p:pic>
      <p:pic>
        <p:nvPicPr>
          <p:cNvPr id="5" name="Picture 4" descr="Fraudulent_Claim_Detection_Copy1_65_22.png">
            <a:extLst>
              <a:ext uri="{FF2B5EF4-FFF2-40B4-BE49-F238E27FC236}">
                <a16:creationId xmlns:a16="http://schemas.microsoft.com/office/drawing/2014/main" id="{59F2A9CF-FCF9-5E65-C91B-DC8E7669DF53}"/>
              </a:ext>
            </a:extLst>
          </p:cNvPr>
          <p:cNvPicPr>
            <a:picLocks noChangeAspect="1"/>
          </p:cNvPicPr>
          <p:nvPr/>
        </p:nvPicPr>
        <p:blipFill>
          <a:blip r:embed="rId5"/>
          <a:stretch>
            <a:fillRect/>
          </a:stretch>
        </p:blipFill>
        <p:spPr>
          <a:xfrm>
            <a:off x="4714838" y="4523362"/>
            <a:ext cx="4233347" cy="2012910"/>
          </a:xfrm>
          <a:prstGeom prst="rect">
            <a:avLst/>
          </a:prstGeom>
        </p:spPr>
      </p:pic>
    </p:spTree>
    <p:extLst>
      <p:ext uri="{BB962C8B-B14F-4D97-AF65-F5344CB8AC3E}">
        <p14:creationId xmlns:p14="http://schemas.microsoft.com/office/powerpoint/2010/main" val="2892943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98F3DEE-0E56-499F-AFAE-C2DA7C2C8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3B9C452-2C6E-4D52-8FC7-669291EE9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4E1CC44-1B7F-472B-B668-B4F2F4723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5BAD077-4A41-458D-9909-1A108699E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6"/>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F1FC21CE-01FD-49CC-BAFC-06F38B34B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9075" y="0"/>
            <a:ext cx="3227567"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ACB7B5EC-52FD-9111-3191-D68439CBCD5E}"/>
              </a:ext>
            </a:extLst>
          </p:cNvPr>
          <p:cNvSpPr txBox="1">
            <a:spLocks/>
          </p:cNvSpPr>
          <p:nvPr/>
        </p:nvSpPr>
        <p:spPr>
          <a:xfrm>
            <a:off x="524785" y="321728"/>
            <a:ext cx="5249912" cy="967956"/>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Aft>
                <a:spcPts val="600"/>
              </a:spcAft>
            </a:pPr>
            <a:r>
              <a:rPr lang="en-US" sz="2500">
                <a:solidFill>
                  <a:srgbClr val="FFFFFF"/>
                </a:solidFill>
              </a:rPr>
              <a:t>Bivariate Analysis (Numerical Columns)</a:t>
            </a:r>
            <a:br>
              <a:rPr lang="en-US" sz="2500">
                <a:solidFill>
                  <a:srgbClr val="FFFFFF"/>
                </a:solidFill>
              </a:rPr>
            </a:br>
            <a:r>
              <a:rPr lang="en-US" sz="2500">
                <a:solidFill>
                  <a:srgbClr val="FFFFFF"/>
                </a:solidFill>
              </a:rPr>
              <a:t>Part 2</a:t>
            </a:r>
          </a:p>
        </p:txBody>
      </p:sp>
      <p:pic>
        <p:nvPicPr>
          <p:cNvPr id="9" name="Picture 8" descr="Fraudulent_Claim_Detection_Copy1_65_2.png">
            <a:extLst>
              <a:ext uri="{FF2B5EF4-FFF2-40B4-BE49-F238E27FC236}">
                <a16:creationId xmlns:a16="http://schemas.microsoft.com/office/drawing/2014/main" id="{2174F4A7-5BA3-E77C-8048-3E94A7BD6CB6}"/>
              </a:ext>
            </a:extLst>
          </p:cNvPr>
          <p:cNvPicPr>
            <a:picLocks noChangeAspect="1"/>
          </p:cNvPicPr>
          <p:nvPr/>
        </p:nvPicPr>
        <p:blipFill>
          <a:blip r:embed="rId2"/>
          <a:stretch>
            <a:fillRect/>
          </a:stretch>
        </p:blipFill>
        <p:spPr>
          <a:xfrm>
            <a:off x="243191" y="1721797"/>
            <a:ext cx="4328809" cy="2243032"/>
          </a:xfrm>
          <a:prstGeom prst="rect">
            <a:avLst/>
          </a:prstGeom>
        </p:spPr>
      </p:pic>
      <p:pic>
        <p:nvPicPr>
          <p:cNvPr id="7" name="Picture 6" descr="Fraudulent_Claim_Detection_Copy1_65_24.png">
            <a:extLst>
              <a:ext uri="{FF2B5EF4-FFF2-40B4-BE49-F238E27FC236}">
                <a16:creationId xmlns:a16="http://schemas.microsoft.com/office/drawing/2014/main" id="{31A2A18F-6B69-3792-60B3-60C4FCB5C7F3}"/>
              </a:ext>
            </a:extLst>
          </p:cNvPr>
          <p:cNvPicPr>
            <a:picLocks noChangeAspect="1"/>
          </p:cNvPicPr>
          <p:nvPr/>
        </p:nvPicPr>
        <p:blipFill>
          <a:blip r:embed="rId3"/>
          <a:stretch>
            <a:fillRect/>
          </a:stretch>
        </p:blipFill>
        <p:spPr>
          <a:xfrm>
            <a:off x="5161187" y="1897186"/>
            <a:ext cx="3671527" cy="2067641"/>
          </a:xfrm>
          <a:prstGeom prst="rect">
            <a:avLst/>
          </a:prstGeom>
        </p:spPr>
      </p:pic>
      <p:pic>
        <p:nvPicPr>
          <p:cNvPr id="8" name="Picture 7" descr="Fraudulent_Claim_Detection_Copy1_65_0.png">
            <a:extLst>
              <a:ext uri="{FF2B5EF4-FFF2-40B4-BE49-F238E27FC236}">
                <a16:creationId xmlns:a16="http://schemas.microsoft.com/office/drawing/2014/main" id="{5310DDE0-EF41-374E-D978-F938A4F21105}"/>
              </a:ext>
            </a:extLst>
          </p:cNvPr>
          <p:cNvPicPr>
            <a:picLocks noChangeAspect="1"/>
          </p:cNvPicPr>
          <p:nvPr/>
        </p:nvPicPr>
        <p:blipFill>
          <a:blip r:embed="rId4"/>
          <a:stretch>
            <a:fillRect/>
          </a:stretch>
        </p:blipFill>
        <p:spPr>
          <a:xfrm>
            <a:off x="243191" y="4251591"/>
            <a:ext cx="4300121" cy="2402127"/>
          </a:xfrm>
          <a:prstGeom prst="rect">
            <a:avLst/>
          </a:prstGeom>
        </p:spPr>
      </p:pic>
      <p:pic>
        <p:nvPicPr>
          <p:cNvPr id="6" name="Picture 5" descr="Fraudulent_Claim_Detection_Copy1_65_26.png">
            <a:extLst>
              <a:ext uri="{FF2B5EF4-FFF2-40B4-BE49-F238E27FC236}">
                <a16:creationId xmlns:a16="http://schemas.microsoft.com/office/drawing/2014/main" id="{53582BB6-93E5-4FDA-78AB-9C2876283090}"/>
              </a:ext>
            </a:extLst>
          </p:cNvPr>
          <p:cNvPicPr>
            <a:picLocks noChangeAspect="1"/>
          </p:cNvPicPr>
          <p:nvPr/>
        </p:nvPicPr>
        <p:blipFill>
          <a:blip r:embed="rId5"/>
          <a:stretch>
            <a:fillRect/>
          </a:stretch>
        </p:blipFill>
        <p:spPr>
          <a:xfrm>
            <a:off x="5154913" y="4251592"/>
            <a:ext cx="3671527" cy="2402126"/>
          </a:xfrm>
          <a:prstGeom prst="rect">
            <a:avLst/>
          </a:prstGeom>
        </p:spPr>
      </p:pic>
    </p:spTree>
    <p:extLst>
      <p:ext uri="{BB962C8B-B14F-4D97-AF65-F5344CB8AC3E}">
        <p14:creationId xmlns:p14="http://schemas.microsoft.com/office/powerpoint/2010/main" val="4170654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398F3DEE-0E56-499F-AFAE-C2DA7C2C8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3B9C452-2C6E-4D52-8FC7-669291EE9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4E1CC44-1B7F-472B-B668-B4F2F4723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B5BAD077-4A41-458D-9909-1A108699E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6"/>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F1FC21CE-01FD-49CC-BAFC-06F38B34B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9075" y="0"/>
            <a:ext cx="3227567"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F9D21504-3F3F-5422-5543-AB08C3C8BF75}"/>
              </a:ext>
            </a:extLst>
          </p:cNvPr>
          <p:cNvSpPr txBox="1">
            <a:spLocks/>
          </p:cNvSpPr>
          <p:nvPr/>
        </p:nvSpPr>
        <p:spPr>
          <a:xfrm>
            <a:off x="524785" y="321728"/>
            <a:ext cx="5249912" cy="967956"/>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Aft>
                <a:spcPts val="600"/>
              </a:spcAft>
            </a:pPr>
            <a:r>
              <a:rPr lang="en-US" sz="2500">
                <a:solidFill>
                  <a:srgbClr val="FFFFFF"/>
                </a:solidFill>
              </a:rPr>
              <a:t>Bivariate Analysis (Numerical Columns)</a:t>
            </a:r>
            <a:br>
              <a:rPr lang="en-US" sz="2500">
                <a:solidFill>
                  <a:srgbClr val="FFFFFF"/>
                </a:solidFill>
              </a:rPr>
            </a:br>
            <a:r>
              <a:rPr lang="en-US" sz="2500">
                <a:solidFill>
                  <a:srgbClr val="FFFFFF"/>
                </a:solidFill>
              </a:rPr>
              <a:t>Part 3</a:t>
            </a:r>
          </a:p>
        </p:txBody>
      </p:sp>
      <p:pic>
        <p:nvPicPr>
          <p:cNvPr id="7" name="Picture 6" descr="Fraudulent_Claim_Detection_Copy1_65_10.png">
            <a:extLst>
              <a:ext uri="{FF2B5EF4-FFF2-40B4-BE49-F238E27FC236}">
                <a16:creationId xmlns:a16="http://schemas.microsoft.com/office/drawing/2014/main" id="{6E530FFC-2831-01E6-489F-7B97CD233320}"/>
              </a:ext>
            </a:extLst>
          </p:cNvPr>
          <p:cNvPicPr>
            <a:picLocks noChangeAspect="1"/>
          </p:cNvPicPr>
          <p:nvPr/>
        </p:nvPicPr>
        <p:blipFill>
          <a:blip r:embed="rId2"/>
          <a:stretch>
            <a:fillRect/>
          </a:stretch>
        </p:blipFill>
        <p:spPr>
          <a:xfrm>
            <a:off x="524783" y="1657375"/>
            <a:ext cx="3823479" cy="2518183"/>
          </a:xfrm>
          <a:prstGeom prst="rect">
            <a:avLst/>
          </a:prstGeom>
        </p:spPr>
      </p:pic>
      <p:pic>
        <p:nvPicPr>
          <p:cNvPr id="6" name="Picture 5" descr="Fraudulent_Claim_Detection_Copy1_65_6.png">
            <a:extLst>
              <a:ext uri="{FF2B5EF4-FFF2-40B4-BE49-F238E27FC236}">
                <a16:creationId xmlns:a16="http://schemas.microsoft.com/office/drawing/2014/main" id="{2616319B-1B3C-D1FB-B050-751A6EF50006}"/>
              </a:ext>
            </a:extLst>
          </p:cNvPr>
          <p:cNvPicPr>
            <a:picLocks noChangeAspect="1"/>
          </p:cNvPicPr>
          <p:nvPr/>
        </p:nvPicPr>
        <p:blipFill>
          <a:blip r:embed="rId3"/>
          <a:stretch>
            <a:fillRect/>
          </a:stretch>
        </p:blipFill>
        <p:spPr>
          <a:xfrm>
            <a:off x="4615162" y="1657375"/>
            <a:ext cx="4004053" cy="2351269"/>
          </a:xfrm>
          <a:prstGeom prst="rect">
            <a:avLst/>
          </a:prstGeom>
        </p:spPr>
      </p:pic>
      <p:pic>
        <p:nvPicPr>
          <p:cNvPr id="8" name="Picture 7" descr="Fraudulent_Claim_Detection_Copy1_65_12.png">
            <a:extLst>
              <a:ext uri="{FF2B5EF4-FFF2-40B4-BE49-F238E27FC236}">
                <a16:creationId xmlns:a16="http://schemas.microsoft.com/office/drawing/2014/main" id="{B5E5FAFF-53A6-15D0-08B4-FAD4CBDCE785}"/>
              </a:ext>
            </a:extLst>
          </p:cNvPr>
          <p:cNvPicPr>
            <a:picLocks noChangeAspect="1"/>
          </p:cNvPicPr>
          <p:nvPr/>
        </p:nvPicPr>
        <p:blipFill>
          <a:blip r:embed="rId4"/>
          <a:stretch>
            <a:fillRect/>
          </a:stretch>
        </p:blipFill>
        <p:spPr>
          <a:xfrm>
            <a:off x="524784" y="4256485"/>
            <a:ext cx="3823479" cy="2392926"/>
          </a:xfrm>
          <a:prstGeom prst="rect">
            <a:avLst/>
          </a:prstGeom>
        </p:spPr>
      </p:pic>
      <p:pic>
        <p:nvPicPr>
          <p:cNvPr id="5" name="Picture 4" descr="Fraudulent_Claim_Detection_Copy1_65_4.png">
            <a:extLst>
              <a:ext uri="{FF2B5EF4-FFF2-40B4-BE49-F238E27FC236}">
                <a16:creationId xmlns:a16="http://schemas.microsoft.com/office/drawing/2014/main" id="{D0E6616A-364A-BD13-4CFD-2DEF8DDFBC93}"/>
              </a:ext>
            </a:extLst>
          </p:cNvPr>
          <p:cNvPicPr>
            <a:picLocks noChangeAspect="1"/>
          </p:cNvPicPr>
          <p:nvPr/>
        </p:nvPicPr>
        <p:blipFill>
          <a:blip r:embed="rId5"/>
          <a:stretch>
            <a:fillRect/>
          </a:stretch>
        </p:blipFill>
        <p:spPr>
          <a:xfrm>
            <a:off x="4615161" y="4131228"/>
            <a:ext cx="4004053" cy="2518183"/>
          </a:xfrm>
          <a:prstGeom prst="rect">
            <a:avLst/>
          </a:prstGeom>
        </p:spPr>
      </p:pic>
    </p:spTree>
    <p:extLst>
      <p:ext uri="{BB962C8B-B14F-4D97-AF65-F5344CB8AC3E}">
        <p14:creationId xmlns:p14="http://schemas.microsoft.com/office/powerpoint/2010/main" val="3350849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8D40E3-7E10-EF2F-1C99-C7D2CF27EC48}"/>
              </a:ext>
            </a:extLst>
          </p:cNvPr>
          <p:cNvSpPr>
            <a:spLocks noGrp="1"/>
          </p:cNvSpPr>
          <p:nvPr>
            <p:ph type="title"/>
          </p:nvPr>
        </p:nvSpPr>
        <p:spPr>
          <a:xfrm>
            <a:off x="350041" y="586855"/>
            <a:ext cx="2401025" cy="3387497"/>
          </a:xfrm>
        </p:spPr>
        <p:txBody>
          <a:bodyPr anchor="b">
            <a:normAutofit/>
          </a:bodyPr>
          <a:lstStyle/>
          <a:p>
            <a:pPr algn="r"/>
            <a:r>
              <a:rPr lang="en-US" sz="2700">
                <a:solidFill>
                  <a:srgbClr val="FFFFFF"/>
                </a:solidFill>
              </a:rPr>
              <a:t>Uninformative Columns</a:t>
            </a:r>
          </a:p>
        </p:txBody>
      </p:sp>
      <p:sp>
        <p:nvSpPr>
          <p:cNvPr id="3" name="Content Placeholder 2">
            <a:extLst>
              <a:ext uri="{FF2B5EF4-FFF2-40B4-BE49-F238E27FC236}">
                <a16:creationId xmlns:a16="http://schemas.microsoft.com/office/drawing/2014/main" id="{CC83FDDE-61D6-441A-FA17-5256C7791BFB}"/>
              </a:ext>
            </a:extLst>
          </p:cNvPr>
          <p:cNvSpPr>
            <a:spLocks noGrp="1"/>
          </p:cNvSpPr>
          <p:nvPr>
            <p:ph idx="1"/>
          </p:nvPr>
        </p:nvSpPr>
        <p:spPr>
          <a:xfrm>
            <a:off x="3607694" y="649480"/>
            <a:ext cx="4916510" cy="5546047"/>
          </a:xfrm>
        </p:spPr>
        <p:txBody>
          <a:bodyPr anchor="ctr">
            <a:normAutofit/>
          </a:bodyPr>
          <a:lstStyle/>
          <a:p>
            <a:r>
              <a:rPr lang="en-IN" sz="1700"/>
              <a:t>Based on bivariate analysis, features with little or no predictive power were identified</a:t>
            </a:r>
          </a:p>
          <a:p>
            <a:endParaRPr lang="en-IN" sz="1700"/>
          </a:p>
          <a:p>
            <a:r>
              <a:rPr lang="en-IN" sz="1700"/>
              <a:t>Categorical Features identified as uninformative:</a:t>
            </a:r>
          </a:p>
          <a:p>
            <a:pPr lvl="1"/>
            <a:r>
              <a:rPr lang="en-IN" sz="1700" i="1"/>
              <a:t>witnesses</a:t>
            </a:r>
          </a:p>
          <a:p>
            <a:pPr lvl="1"/>
            <a:r>
              <a:rPr lang="en-IN" sz="1700" i="1"/>
              <a:t>bodily_injuries</a:t>
            </a:r>
          </a:p>
          <a:p>
            <a:pPr lvl="1"/>
            <a:r>
              <a:rPr lang="en-IN" sz="1700" i="1"/>
              <a:t>police_report_available</a:t>
            </a:r>
          </a:p>
          <a:p>
            <a:pPr lvl="1"/>
            <a:endParaRPr lang="en-IN" sz="1700" i="1"/>
          </a:p>
          <a:p>
            <a:r>
              <a:rPr lang="en-IN" sz="1700"/>
              <a:t>Numerical Features identified as uninformative :</a:t>
            </a:r>
          </a:p>
          <a:p>
            <a:pPr lvl="1"/>
            <a:r>
              <a:rPr lang="en-IN" sz="1700" i="1"/>
              <a:t>capital-gains</a:t>
            </a:r>
          </a:p>
          <a:p>
            <a:pPr lvl="1"/>
            <a:r>
              <a:rPr lang="en-IN" sz="1700" i="1"/>
              <a:t>capital-loss</a:t>
            </a:r>
          </a:p>
          <a:p>
            <a:pPr lvl="1"/>
            <a:r>
              <a:rPr lang="en-IN" sz="1700" i="1"/>
              <a:t>incident_hour_of_the_day</a:t>
            </a:r>
          </a:p>
          <a:p>
            <a:endParaRPr lang="en-US" sz="1700"/>
          </a:p>
        </p:txBody>
      </p:sp>
    </p:spTree>
    <p:extLst>
      <p:ext uri="{BB962C8B-B14F-4D97-AF65-F5344CB8AC3E}">
        <p14:creationId xmlns:p14="http://schemas.microsoft.com/office/powerpoint/2010/main" val="3189114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6D63398-EEE4-4E6A-BEF3-E92924A28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67" y="0"/>
            <a:ext cx="9170066" cy="6858000"/>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6804B24-17AC-406D-9636-1332F5DF9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19877" y="-988420"/>
            <a:ext cx="6859919" cy="8832924"/>
          </a:xfrm>
          <a:prstGeom prst="rect">
            <a:avLst/>
          </a:prstGeom>
          <a:gradFill>
            <a:gsLst>
              <a:gs pos="0">
                <a:schemeClr val="accent1">
                  <a:lumMod val="50000"/>
                  <a:alpha val="0"/>
                </a:schemeClr>
              </a:gs>
              <a:gs pos="100000">
                <a:schemeClr val="accent1">
                  <a:lumMod val="50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67" y="-864"/>
            <a:ext cx="2706134" cy="6858864"/>
          </a:xfrm>
          <a:prstGeom prst="rect">
            <a:avLst/>
          </a:prstGeom>
          <a:gradFill>
            <a:gsLst>
              <a:gs pos="0">
                <a:schemeClr val="accent1">
                  <a:lumMod val="75000"/>
                  <a:alpha val="48000"/>
                </a:schemeClr>
              </a:gs>
              <a:gs pos="99000">
                <a:srgbClr val="000000">
                  <a:alpha val="46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26703">
            <a:off x="252763" y="1649137"/>
            <a:ext cx="4967533"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570DF94D-F28F-435E-AD56-C40FC99AF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2409782"/>
            <a:ext cx="9166299" cy="4443259"/>
          </a:xfrm>
          <a:prstGeom prst="rect">
            <a:avLst/>
          </a:prstGeom>
          <a:gradFill>
            <a:gsLst>
              <a:gs pos="0">
                <a:schemeClr val="accent1">
                  <a:lumMod val="75000"/>
                  <a:alpha val="50000"/>
                </a:schemeClr>
              </a:gs>
              <a:gs pos="99000">
                <a:srgbClr val="000000">
                  <a:alpha val="11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F952EE-9AAE-4D81-BF98-35DF71334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405630" y="-1353130"/>
            <a:ext cx="6407535" cy="9113803"/>
          </a:xfrm>
          <a:prstGeom prst="rect">
            <a:avLst/>
          </a:prstGeom>
          <a:gradFill>
            <a:gsLst>
              <a:gs pos="1000">
                <a:srgbClr val="000000">
                  <a:alpha val="33000"/>
                </a:srgbClr>
              </a:gs>
              <a:gs pos="100000">
                <a:schemeClr val="accent1">
                  <a:lumMod val="50000"/>
                  <a:alpha val="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D420B9-0D5D-2A63-C79B-B1451D6D4C73}"/>
              </a:ext>
            </a:extLst>
          </p:cNvPr>
          <p:cNvSpPr>
            <a:spLocks noGrp="1"/>
          </p:cNvSpPr>
          <p:nvPr>
            <p:ph type="title"/>
          </p:nvPr>
        </p:nvSpPr>
        <p:spPr>
          <a:xfrm>
            <a:off x="3183340" y="3006586"/>
            <a:ext cx="5463701" cy="2732297"/>
          </a:xfrm>
        </p:spPr>
        <p:txBody>
          <a:bodyPr vert="horz" lIns="91440" tIns="45720" rIns="91440" bIns="45720" rtlCol="0" anchor="t">
            <a:normAutofit/>
          </a:bodyPr>
          <a:lstStyle/>
          <a:p>
            <a:pPr algn="l" defTabSz="914400">
              <a:lnSpc>
                <a:spcPct val="90000"/>
              </a:lnSpc>
            </a:pPr>
            <a:r>
              <a:rPr lang="en-US" sz="4200" kern="1200">
                <a:solidFill>
                  <a:srgbClr val="FFFFFF"/>
                </a:solidFill>
                <a:latin typeface="+mj-lt"/>
                <a:ea typeface="+mj-ea"/>
                <a:cs typeface="+mj-cs"/>
              </a:rPr>
              <a:t>Feature </a:t>
            </a:r>
            <a:br>
              <a:rPr lang="en-US" sz="4200" kern="1200">
                <a:solidFill>
                  <a:srgbClr val="FFFFFF"/>
                </a:solidFill>
                <a:latin typeface="+mj-lt"/>
                <a:ea typeface="+mj-ea"/>
                <a:cs typeface="+mj-cs"/>
              </a:rPr>
            </a:br>
            <a:r>
              <a:rPr lang="en-US" sz="4200" kern="1200">
                <a:solidFill>
                  <a:srgbClr val="FFFFFF"/>
                </a:solidFill>
                <a:latin typeface="+mj-lt"/>
                <a:ea typeface="+mj-ea"/>
                <a:cs typeface="+mj-cs"/>
              </a:rPr>
              <a:t>Engineering</a:t>
            </a:r>
          </a:p>
        </p:txBody>
      </p:sp>
    </p:spTree>
    <p:extLst>
      <p:ext uri="{BB962C8B-B14F-4D97-AF65-F5344CB8AC3E}">
        <p14:creationId xmlns:p14="http://schemas.microsoft.com/office/powerpoint/2010/main" val="3966495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IN" sz="3500">
                <a:solidFill>
                  <a:srgbClr val="FFFFFF"/>
                </a:solidFill>
              </a:rPr>
              <a:t>Resampling</a:t>
            </a:r>
          </a:p>
        </p:txBody>
      </p:sp>
      <p:graphicFrame>
        <p:nvGraphicFramePr>
          <p:cNvPr id="5" name="Content Placeholder 2">
            <a:extLst>
              <a:ext uri="{FF2B5EF4-FFF2-40B4-BE49-F238E27FC236}">
                <a16:creationId xmlns:a16="http://schemas.microsoft.com/office/drawing/2014/main" id="{D7FE3356-7AA2-2AC6-5B08-A7D4FE45BB0A}"/>
              </a:ext>
            </a:extLst>
          </p:cNvPr>
          <p:cNvGraphicFramePr>
            <a:graphicFrameLocks noGrp="1"/>
          </p:cNvGraphicFramePr>
          <p:nvPr>
            <p:ph idx="1"/>
            <p:extLst>
              <p:ext uri="{D42A27DB-BD31-4B8C-83A1-F6EECF244321}">
                <p14:modId xmlns:p14="http://schemas.microsoft.com/office/powerpoint/2010/main" val="1875967552"/>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IN" sz="3500">
                <a:solidFill>
                  <a:srgbClr val="FFFFFF"/>
                </a:solidFill>
              </a:rPr>
              <a:t>Feature Creation</a:t>
            </a:r>
          </a:p>
        </p:txBody>
      </p:sp>
      <p:sp>
        <p:nvSpPr>
          <p:cNvPr id="3" name="Content Placeholder 2"/>
          <p:cNvSpPr>
            <a:spLocks noGrp="1"/>
          </p:cNvSpPr>
          <p:nvPr>
            <p:ph idx="1"/>
          </p:nvPr>
        </p:nvSpPr>
        <p:spPr>
          <a:xfrm>
            <a:off x="1028699" y="2318197"/>
            <a:ext cx="7293023" cy="3683358"/>
          </a:xfrm>
        </p:spPr>
        <p:txBody>
          <a:bodyPr anchor="ctr">
            <a:normAutofit/>
          </a:bodyPr>
          <a:lstStyle/>
          <a:p>
            <a:r>
              <a:rPr lang="en-IN" sz="1700"/>
              <a:t>New features were created from existing columns to capture hidden patterns:</a:t>
            </a:r>
          </a:p>
          <a:p>
            <a:r>
              <a:rPr lang="en-IN" sz="1700"/>
              <a:t>Temporal features (month, year, day type from dates) for seasonality &amp; trends.</a:t>
            </a:r>
          </a:p>
          <a:p>
            <a:r>
              <a:rPr lang="en-IN" sz="1700"/>
              <a:t>Claim ratios to highlight abnormal claim distributions.</a:t>
            </a:r>
          </a:p>
          <a:p>
            <a:r>
              <a:rPr lang="en-IN" sz="1700"/>
              <a:t>Vehicle age &amp; interactions to capture risk profiles.</a:t>
            </a:r>
          </a:p>
          <a:p>
            <a:r>
              <a:rPr lang="en-IN" sz="1700"/>
              <a:t>These features help the model detect subtle cues related to fraud.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IN" sz="3500">
                <a:solidFill>
                  <a:srgbClr val="FFFFFF"/>
                </a:solidFill>
              </a:rPr>
              <a:t>Handling Redundant Columns</a:t>
            </a:r>
          </a:p>
        </p:txBody>
      </p:sp>
      <p:graphicFrame>
        <p:nvGraphicFramePr>
          <p:cNvPr id="5" name="Content Placeholder 2">
            <a:extLst>
              <a:ext uri="{FF2B5EF4-FFF2-40B4-BE49-F238E27FC236}">
                <a16:creationId xmlns:a16="http://schemas.microsoft.com/office/drawing/2014/main" id="{803FBBB8-8565-44BC-2638-90969F8987CD}"/>
              </a:ext>
            </a:extLst>
          </p:cNvPr>
          <p:cNvGraphicFramePr>
            <a:graphicFrameLocks noGrp="1"/>
          </p:cNvGraphicFramePr>
          <p:nvPr>
            <p:ph idx="1"/>
            <p:extLst>
              <p:ext uri="{D42A27DB-BD31-4B8C-83A1-F6EECF244321}">
                <p14:modId xmlns:p14="http://schemas.microsoft.com/office/powerpoint/2010/main" val="3126856820"/>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Handling Categorical Columns</a:t>
            </a:r>
          </a:p>
        </p:txBody>
      </p:sp>
      <p:graphicFrame>
        <p:nvGraphicFramePr>
          <p:cNvPr id="36" name="Content Placeholder 2">
            <a:extLst>
              <a:ext uri="{FF2B5EF4-FFF2-40B4-BE49-F238E27FC236}">
                <a16:creationId xmlns:a16="http://schemas.microsoft.com/office/drawing/2014/main" id="{4216CB77-1F6C-89B1-8776-D7247AFED589}"/>
              </a:ext>
            </a:extLst>
          </p:cNvPr>
          <p:cNvGraphicFramePr>
            <a:graphicFrameLocks noGrp="1"/>
          </p:cNvGraphicFramePr>
          <p:nvPr>
            <p:ph idx="1"/>
            <p:extLst>
              <p:ext uri="{D42A27DB-BD31-4B8C-83A1-F6EECF244321}">
                <p14:modId xmlns:p14="http://schemas.microsoft.com/office/powerpoint/2010/main" val="2339547722"/>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6D63398-EEE4-4E6A-BEF3-E92924A28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67" y="0"/>
            <a:ext cx="9170066" cy="6858000"/>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6804B24-17AC-406D-9636-1332F5DF9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19877" y="-988420"/>
            <a:ext cx="6859919" cy="8832924"/>
          </a:xfrm>
          <a:prstGeom prst="rect">
            <a:avLst/>
          </a:prstGeom>
          <a:gradFill>
            <a:gsLst>
              <a:gs pos="0">
                <a:schemeClr val="accent1">
                  <a:lumMod val="50000"/>
                  <a:alpha val="0"/>
                </a:schemeClr>
              </a:gs>
              <a:gs pos="100000">
                <a:schemeClr val="accent1">
                  <a:lumMod val="50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67" y="-864"/>
            <a:ext cx="2706134" cy="6858864"/>
          </a:xfrm>
          <a:prstGeom prst="rect">
            <a:avLst/>
          </a:prstGeom>
          <a:gradFill>
            <a:gsLst>
              <a:gs pos="0">
                <a:schemeClr val="accent1">
                  <a:lumMod val="75000"/>
                  <a:alpha val="48000"/>
                </a:schemeClr>
              </a:gs>
              <a:gs pos="99000">
                <a:srgbClr val="000000">
                  <a:alpha val="46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26703">
            <a:off x="252763" y="1649137"/>
            <a:ext cx="4967533"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570DF94D-F28F-435E-AD56-C40FC99AF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2409782"/>
            <a:ext cx="9166299" cy="4443259"/>
          </a:xfrm>
          <a:prstGeom prst="rect">
            <a:avLst/>
          </a:prstGeom>
          <a:gradFill>
            <a:gsLst>
              <a:gs pos="0">
                <a:schemeClr val="accent1">
                  <a:lumMod val="75000"/>
                  <a:alpha val="50000"/>
                </a:schemeClr>
              </a:gs>
              <a:gs pos="99000">
                <a:srgbClr val="000000">
                  <a:alpha val="11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F952EE-9AAE-4D81-BF98-35DF71334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405630" y="-1353130"/>
            <a:ext cx="6407535" cy="9113803"/>
          </a:xfrm>
          <a:prstGeom prst="rect">
            <a:avLst/>
          </a:prstGeom>
          <a:gradFill>
            <a:gsLst>
              <a:gs pos="1000">
                <a:srgbClr val="000000">
                  <a:alpha val="33000"/>
                </a:srgbClr>
              </a:gs>
              <a:gs pos="100000">
                <a:schemeClr val="accent1">
                  <a:lumMod val="50000"/>
                  <a:alpha val="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EE9185-14FA-85D6-7BE4-601E28485F19}"/>
              </a:ext>
            </a:extLst>
          </p:cNvPr>
          <p:cNvSpPr>
            <a:spLocks noGrp="1"/>
          </p:cNvSpPr>
          <p:nvPr>
            <p:ph type="title"/>
          </p:nvPr>
        </p:nvSpPr>
        <p:spPr>
          <a:xfrm>
            <a:off x="3183340" y="3006586"/>
            <a:ext cx="5463701" cy="2732297"/>
          </a:xfrm>
        </p:spPr>
        <p:txBody>
          <a:bodyPr vert="horz" lIns="91440" tIns="45720" rIns="91440" bIns="45720" rtlCol="0" anchor="t">
            <a:normAutofit/>
          </a:bodyPr>
          <a:lstStyle/>
          <a:p>
            <a:pPr algn="l" defTabSz="914400">
              <a:lnSpc>
                <a:spcPct val="90000"/>
              </a:lnSpc>
            </a:pPr>
            <a:r>
              <a:rPr lang="en-US" sz="4200" kern="1200">
                <a:solidFill>
                  <a:srgbClr val="FFFFFF"/>
                </a:solidFill>
                <a:latin typeface="+mj-lt"/>
                <a:ea typeface="+mj-ea"/>
                <a:cs typeface="+mj-cs"/>
              </a:rPr>
              <a:t>Model Building</a:t>
            </a:r>
          </a:p>
        </p:txBody>
      </p:sp>
    </p:spTree>
    <p:extLst>
      <p:ext uri="{BB962C8B-B14F-4D97-AF65-F5344CB8AC3E}">
        <p14:creationId xmlns:p14="http://schemas.microsoft.com/office/powerpoint/2010/main" val="40751403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19797" y="586855"/>
            <a:ext cx="3172575" cy="3387497"/>
          </a:xfrm>
        </p:spPr>
        <p:txBody>
          <a:bodyPr anchor="b">
            <a:normAutofit/>
          </a:bodyPr>
          <a:lstStyle/>
          <a:p>
            <a:pPr algn="r"/>
            <a:r>
              <a:rPr lang="en-IN" sz="3500">
                <a:solidFill>
                  <a:srgbClr val="FFFFFF"/>
                </a:solidFill>
              </a:rPr>
              <a:t>Model Building Overview</a:t>
            </a:r>
          </a:p>
        </p:txBody>
      </p:sp>
      <p:graphicFrame>
        <p:nvGraphicFramePr>
          <p:cNvPr id="25" name="Content Placeholder 2">
            <a:extLst>
              <a:ext uri="{FF2B5EF4-FFF2-40B4-BE49-F238E27FC236}">
                <a16:creationId xmlns:a16="http://schemas.microsoft.com/office/drawing/2014/main" id="{48812278-C90B-4B63-186F-2E913EFDDDD5}"/>
              </a:ext>
            </a:extLst>
          </p:cNvPr>
          <p:cNvGraphicFramePr>
            <a:graphicFrameLocks noGrp="1"/>
          </p:cNvGraphicFramePr>
          <p:nvPr>
            <p:ph idx="1"/>
          </p:nvPr>
        </p:nvGraphicFramePr>
        <p:xfrm>
          <a:off x="4877368" y="649480"/>
          <a:ext cx="3646835" cy="55460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Shape 2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10A5CA6-F1EF-E7B5-871A-CC79B49154B9}"/>
              </a:ext>
            </a:extLst>
          </p:cNvPr>
          <p:cNvSpPr>
            <a:spLocks noGrp="1"/>
          </p:cNvSpPr>
          <p:nvPr>
            <p:ph type="title"/>
          </p:nvPr>
        </p:nvSpPr>
        <p:spPr>
          <a:xfrm>
            <a:off x="495030" y="2767106"/>
            <a:ext cx="2160621" cy="3071906"/>
          </a:xfrm>
        </p:spPr>
        <p:txBody>
          <a:bodyPr vert="horz" lIns="91440" tIns="45720" rIns="91440" bIns="45720" rtlCol="0" anchor="t">
            <a:normAutofit/>
          </a:bodyPr>
          <a:lstStyle/>
          <a:p>
            <a:pPr algn="l" defTabSz="914400">
              <a:lnSpc>
                <a:spcPct val="90000"/>
              </a:lnSpc>
            </a:pPr>
            <a:r>
              <a:rPr lang="en-US" sz="3500" kern="1200">
                <a:solidFill>
                  <a:srgbClr val="FFFFFF"/>
                </a:solidFill>
                <a:latin typeface="+mj-lt"/>
                <a:ea typeface="+mj-ea"/>
                <a:cs typeface="+mj-cs"/>
              </a:rPr>
              <a:t>Logistic Regression - VIF</a:t>
            </a:r>
          </a:p>
        </p:txBody>
      </p:sp>
      <p:pic>
        <p:nvPicPr>
          <p:cNvPr id="4" name="Picture" descr="png">
            <a:extLst>
              <a:ext uri="{FF2B5EF4-FFF2-40B4-BE49-F238E27FC236}">
                <a16:creationId xmlns:a16="http://schemas.microsoft.com/office/drawing/2014/main" id="{BC10BB26-123D-C421-E5B7-1F5D7CA3D8DC}"/>
              </a:ext>
            </a:extLst>
          </p:cNvPr>
          <p:cNvPicPr>
            <a:picLocks noGrp="1"/>
          </p:cNvPicPr>
          <p:nvPr>
            <p:ph idx="1"/>
          </p:nvPr>
        </p:nvPicPr>
        <p:blipFill>
          <a:blip r:embed="rId3"/>
          <a:stretch>
            <a:fillRect/>
          </a:stretch>
        </p:blipFill>
        <p:spPr bwMode="auto">
          <a:xfrm>
            <a:off x="3376821" y="126460"/>
            <a:ext cx="5419311" cy="6595353"/>
          </a:xfrm>
          <a:prstGeom prst="rect">
            <a:avLst/>
          </a:prstGeom>
          <a:noFill/>
        </p:spPr>
      </p:pic>
    </p:spTree>
    <p:extLst>
      <p:ext uri="{BB962C8B-B14F-4D97-AF65-F5344CB8AC3E}">
        <p14:creationId xmlns:p14="http://schemas.microsoft.com/office/powerpoint/2010/main" val="37411869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13"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9272" cy="1576446"/>
            <a:chOff x="0" y="0"/>
            <a:chExt cx="12192002" cy="1576446"/>
          </a:xfrm>
        </p:grpSpPr>
        <p:sp>
          <p:nvSpPr>
            <p:cNvPr id="14" name="Rectangle 13">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415BBB5-6A65-FFE3-F620-30FDA6E96BE1}"/>
              </a:ext>
            </a:extLst>
          </p:cNvPr>
          <p:cNvSpPr>
            <a:spLocks noGrp="1"/>
          </p:cNvSpPr>
          <p:nvPr>
            <p:ph type="title"/>
          </p:nvPr>
        </p:nvSpPr>
        <p:spPr>
          <a:xfrm>
            <a:off x="1028698" y="319314"/>
            <a:ext cx="7108033" cy="1030515"/>
          </a:xfrm>
        </p:spPr>
        <p:txBody>
          <a:bodyPr vert="horz" lIns="91440" tIns="45720" rIns="91440" bIns="45720" rtlCol="0" anchor="ctr">
            <a:normAutofit/>
          </a:bodyPr>
          <a:lstStyle/>
          <a:p>
            <a:pPr algn="l" defTabSz="914400">
              <a:lnSpc>
                <a:spcPct val="90000"/>
              </a:lnSpc>
            </a:pPr>
            <a:r>
              <a:rPr lang="en-US" sz="3500">
                <a:solidFill>
                  <a:srgbClr val="FFFFFF"/>
                </a:solidFill>
              </a:rPr>
              <a:t>Logistic Regression – Optimal Cutoff</a:t>
            </a:r>
          </a:p>
        </p:txBody>
      </p:sp>
      <p:pic>
        <p:nvPicPr>
          <p:cNvPr id="4" name="Picture" descr="png">
            <a:extLst>
              <a:ext uri="{FF2B5EF4-FFF2-40B4-BE49-F238E27FC236}">
                <a16:creationId xmlns:a16="http://schemas.microsoft.com/office/drawing/2014/main" id="{3EBA855A-7DFF-A2C7-CA4A-A11CF8BF4D44}"/>
              </a:ext>
            </a:extLst>
          </p:cNvPr>
          <p:cNvPicPr>
            <a:picLocks noGrp="1"/>
          </p:cNvPicPr>
          <p:nvPr>
            <p:ph idx="1"/>
          </p:nvPr>
        </p:nvPicPr>
        <p:blipFill>
          <a:blip r:embed="rId2"/>
          <a:stretch>
            <a:fillRect/>
          </a:stretch>
        </p:blipFill>
        <p:spPr bwMode="auto">
          <a:xfrm>
            <a:off x="1864160" y="2050595"/>
            <a:ext cx="2588475" cy="2617365"/>
          </a:xfrm>
          <a:prstGeom prst="rect">
            <a:avLst/>
          </a:prstGeom>
          <a:noFill/>
        </p:spPr>
      </p:pic>
      <p:pic>
        <p:nvPicPr>
          <p:cNvPr id="5" name="Picture" descr="png">
            <a:extLst>
              <a:ext uri="{FF2B5EF4-FFF2-40B4-BE49-F238E27FC236}">
                <a16:creationId xmlns:a16="http://schemas.microsoft.com/office/drawing/2014/main" id="{2E625446-263D-A754-CD93-C9A1983F964A}"/>
              </a:ext>
            </a:extLst>
          </p:cNvPr>
          <p:cNvPicPr/>
          <p:nvPr/>
        </p:nvPicPr>
        <p:blipFill>
          <a:blip r:embed="rId3"/>
          <a:stretch>
            <a:fillRect/>
          </a:stretch>
        </p:blipFill>
        <p:spPr bwMode="auto">
          <a:xfrm>
            <a:off x="4700753" y="2352046"/>
            <a:ext cx="3450265" cy="2061533"/>
          </a:xfrm>
          <a:prstGeom prst="rect">
            <a:avLst/>
          </a:prstGeom>
          <a:noFill/>
        </p:spPr>
      </p:pic>
      <p:sp>
        <p:nvSpPr>
          <p:cNvPr id="6" name="TextBox 5">
            <a:extLst>
              <a:ext uri="{FF2B5EF4-FFF2-40B4-BE49-F238E27FC236}">
                <a16:creationId xmlns:a16="http://schemas.microsoft.com/office/drawing/2014/main" id="{FC37B179-FA6E-292B-5D07-0BC53B4ED631}"/>
              </a:ext>
            </a:extLst>
          </p:cNvPr>
          <p:cNvSpPr txBox="1"/>
          <p:nvPr/>
        </p:nvSpPr>
        <p:spPr>
          <a:xfrm>
            <a:off x="1028698" y="5070346"/>
            <a:ext cx="7122320" cy="1385266"/>
          </a:xfrm>
          <a:prstGeom prst="rect">
            <a:avLst/>
          </a:prstGeom>
        </p:spPr>
        <p:txBody>
          <a:bodyPr vert="horz" lIns="91440" tIns="45720" rIns="91440" bIns="45720" rtlCol="0">
            <a:normAutofit/>
          </a:bodyPr>
          <a:lstStyle/>
          <a:p>
            <a:pPr marL="285750" indent="-228600" defTabSz="914400">
              <a:lnSpc>
                <a:spcPct val="90000"/>
              </a:lnSpc>
              <a:spcAft>
                <a:spcPts val="600"/>
              </a:spcAft>
              <a:buFont typeface="Arial" panose="020B0604020202020204" pitchFamily="34" charset="0"/>
              <a:buChar char="•"/>
            </a:pPr>
            <a:r>
              <a:rPr lang="en-US" sz="1700"/>
              <a:t>Based on ROC curve and Classification metrices, optimal cutoff identified is 0.6</a:t>
            </a:r>
          </a:p>
        </p:txBody>
      </p:sp>
    </p:spTree>
    <p:extLst>
      <p:ext uri="{BB962C8B-B14F-4D97-AF65-F5344CB8AC3E}">
        <p14:creationId xmlns:p14="http://schemas.microsoft.com/office/powerpoint/2010/main" val="38066199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52D86EA-8654-E2F9-094C-07EE1D598C55}"/>
              </a:ext>
            </a:extLst>
          </p:cNvPr>
          <p:cNvSpPr>
            <a:spLocks noGrp="1"/>
          </p:cNvSpPr>
          <p:nvPr>
            <p:ph type="title"/>
          </p:nvPr>
        </p:nvSpPr>
        <p:spPr>
          <a:xfrm>
            <a:off x="495030" y="2767106"/>
            <a:ext cx="2160621" cy="3071906"/>
          </a:xfrm>
        </p:spPr>
        <p:txBody>
          <a:bodyPr vert="horz" lIns="91440" tIns="45720" rIns="91440" bIns="45720" rtlCol="0" anchor="t">
            <a:normAutofit/>
          </a:bodyPr>
          <a:lstStyle/>
          <a:p>
            <a:pPr algn="l" defTabSz="914400">
              <a:lnSpc>
                <a:spcPct val="90000"/>
              </a:lnSpc>
            </a:pPr>
            <a:r>
              <a:rPr lang="en-US" sz="3500" kern="1200" dirty="0">
                <a:solidFill>
                  <a:srgbClr val="FFFFFF"/>
                </a:solidFill>
                <a:latin typeface="+mj-lt"/>
                <a:ea typeface="+mj-ea"/>
                <a:cs typeface="+mj-cs"/>
              </a:rPr>
              <a:t>Logistic Regression </a:t>
            </a:r>
            <a:br>
              <a:rPr lang="en-US" sz="3500" kern="1200" dirty="0">
                <a:solidFill>
                  <a:srgbClr val="FFFFFF"/>
                </a:solidFill>
                <a:latin typeface="+mj-lt"/>
                <a:ea typeface="+mj-ea"/>
                <a:cs typeface="+mj-cs"/>
              </a:rPr>
            </a:br>
            <a:r>
              <a:rPr lang="en-US" sz="3500" kern="1200" dirty="0">
                <a:solidFill>
                  <a:srgbClr val="FFFFFF"/>
                </a:solidFill>
                <a:latin typeface="+mj-lt"/>
                <a:ea typeface="+mj-ea"/>
                <a:cs typeface="+mj-cs"/>
              </a:rPr>
              <a:t>Confusion Metrics (Train data)</a:t>
            </a:r>
          </a:p>
        </p:txBody>
      </p:sp>
      <p:pic>
        <p:nvPicPr>
          <p:cNvPr id="4" name="Picture" descr="png">
            <a:extLst>
              <a:ext uri="{FF2B5EF4-FFF2-40B4-BE49-F238E27FC236}">
                <a16:creationId xmlns:a16="http://schemas.microsoft.com/office/drawing/2014/main" id="{641A9D77-7597-1F82-7C05-531D1715B707}"/>
              </a:ext>
            </a:extLst>
          </p:cNvPr>
          <p:cNvPicPr>
            <a:picLocks noGrp="1"/>
          </p:cNvPicPr>
          <p:nvPr>
            <p:ph idx="1"/>
          </p:nvPr>
        </p:nvPicPr>
        <p:blipFill>
          <a:blip r:embed="rId2"/>
          <a:stretch>
            <a:fillRect/>
          </a:stretch>
        </p:blipFill>
        <p:spPr bwMode="auto">
          <a:xfrm>
            <a:off x="3376821" y="1007947"/>
            <a:ext cx="5419311" cy="4842106"/>
          </a:xfrm>
          <a:prstGeom prst="rect">
            <a:avLst/>
          </a:prstGeom>
          <a:noFill/>
        </p:spPr>
      </p:pic>
    </p:spTree>
    <p:extLst>
      <p:ext uri="{BB962C8B-B14F-4D97-AF65-F5344CB8AC3E}">
        <p14:creationId xmlns:p14="http://schemas.microsoft.com/office/powerpoint/2010/main" val="308189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327EB27-0923-9869-CACE-2D4FC24AD7D6}"/>
              </a:ext>
            </a:extLst>
          </p:cNvPr>
          <p:cNvSpPr>
            <a:spLocks noGrp="1"/>
          </p:cNvSpPr>
          <p:nvPr>
            <p:ph type="title"/>
          </p:nvPr>
        </p:nvSpPr>
        <p:spPr>
          <a:xfrm>
            <a:off x="1037673" y="348865"/>
            <a:ext cx="7288583" cy="1576446"/>
          </a:xfrm>
        </p:spPr>
        <p:txBody>
          <a:bodyPr anchor="ctr">
            <a:normAutofit/>
          </a:bodyPr>
          <a:lstStyle/>
          <a:p>
            <a:r>
              <a:rPr lang="en-US" sz="3500" dirty="0">
                <a:solidFill>
                  <a:srgbClr val="FFFFFF"/>
                </a:solidFill>
              </a:rPr>
              <a:t>Logistic Regression</a:t>
            </a:r>
            <a:br>
              <a:rPr lang="en-US" sz="3500" dirty="0">
                <a:solidFill>
                  <a:srgbClr val="FFFFFF"/>
                </a:solidFill>
              </a:rPr>
            </a:br>
            <a:r>
              <a:rPr lang="en-US" sz="3500" dirty="0">
                <a:solidFill>
                  <a:srgbClr val="FFFFFF"/>
                </a:solidFill>
              </a:rPr>
              <a:t>Training data Key Metrics</a:t>
            </a:r>
          </a:p>
        </p:txBody>
      </p:sp>
      <p:graphicFrame>
        <p:nvGraphicFramePr>
          <p:cNvPr id="5" name="Content Placeholder 2">
            <a:extLst>
              <a:ext uri="{FF2B5EF4-FFF2-40B4-BE49-F238E27FC236}">
                <a16:creationId xmlns:a16="http://schemas.microsoft.com/office/drawing/2014/main" id="{D67B2883-FFCB-3094-517A-793851BC13CB}"/>
              </a:ext>
            </a:extLst>
          </p:cNvPr>
          <p:cNvGraphicFramePr>
            <a:graphicFrameLocks noGrp="1"/>
          </p:cNvGraphicFramePr>
          <p:nvPr>
            <p:ph idx="1"/>
            <p:extLst>
              <p:ext uri="{D42A27DB-BD31-4B8C-83A1-F6EECF244321}">
                <p14:modId xmlns:p14="http://schemas.microsoft.com/office/powerpoint/2010/main" val="1268830874"/>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677742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 name="Rectangle 11">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492"/>
            <a:ext cx="9143999"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35"/>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8" y="-3783777"/>
            <a:ext cx="1576446" cy="9144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9075" y="986"/>
            <a:ext cx="3227567"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6FD4EB-20A8-B950-067F-962A229E67B2}"/>
              </a:ext>
            </a:extLst>
          </p:cNvPr>
          <p:cNvSpPr>
            <a:spLocks noGrp="1"/>
          </p:cNvSpPr>
          <p:nvPr>
            <p:ph type="title"/>
          </p:nvPr>
        </p:nvSpPr>
        <p:spPr>
          <a:xfrm>
            <a:off x="524785" y="353160"/>
            <a:ext cx="5318475" cy="898581"/>
          </a:xfrm>
        </p:spPr>
        <p:txBody>
          <a:bodyPr vert="horz" lIns="91440" tIns="45720" rIns="91440" bIns="45720" rtlCol="0" anchor="ctr">
            <a:normAutofit/>
          </a:bodyPr>
          <a:lstStyle/>
          <a:p>
            <a:pPr algn="l" defTabSz="914400">
              <a:lnSpc>
                <a:spcPct val="90000"/>
              </a:lnSpc>
            </a:pPr>
            <a:r>
              <a:rPr lang="en-US" sz="2700">
                <a:solidFill>
                  <a:srgbClr val="FFFFFF"/>
                </a:solidFill>
              </a:rPr>
              <a:t>Logistic Regression</a:t>
            </a:r>
            <a:br>
              <a:rPr lang="en-US" sz="2700">
                <a:solidFill>
                  <a:srgbClr val="FFFFFF"/>
                </a:solidFill>
              </a:rPr>
            </a:br>
            <a:r>
              <a:rPr lang="en-US" sz="2700">
                <a:solidFill>
                  <a:srgbClr val="FFFFFF"/>
                </a:solidFill>
              </a:rPr>
              <a:t>Visualizations</a:t>
            </a:r>
          </a:p>
        </p:txBody>
      </p:sp>
      <p:pic>
        <p:nvPicPr>
          <p:cNvPr id="5" name="Picture" descr="png">
            <a:extLst>
              <a:ext uri="{FF2B5EF4-FFF2-40B4-BE49-F238E27FC236}">
                <a16:creationId xmlns:a16="http://schemas.microsoft.com/office/drawing/2014/main" id="{A3697425-FE96-AF65-A96A-B7CC9BAE3BCF}"/>
              </a:ext>
            </a:extLst>
          </p:cNvPr>
          <p:cNvPicPr/>
          <p:nvPr/>
        </p:nvPicPr>
        <p:blipFill>
          <a:blip r:embed="rId2"/>
          <a:stretch>
            <a:fillRect/>
          </a:stretch>
        </p:blipFill>
        <p:spPr bwMode="auto">
          <a:xfrm>
            <a:off x="340468" y="2344366"/>
            <a:ext cx="4044659" cy="3608961"/>
          </a:xfrm>
          <a:prstGeom prst="rect">
            <a:avLst/>
          </a:prstGeom>
          <a:noFill/>
        </p:spPr>
      </p:pic>
      <p:pic>
        <p:nvPicPr>
          <p:cNvPr id="4" name="Picture" descr="png">
            <a:extLst>
              <a:ext uri="{FF2B5EF4-FFF2-40B4-BE49-F238E27FC236}">
                <a16:creationId xmlns:a16="http://schemas.microsoft.com/office/drawing/2014/main" id="{5D8B457E-E1F5-9994-A887-572A335DB660}"/>
              </a:ext>
            </a:extLst>
          </p:cNvPr>
          <p:cNvPicPr>
            <a:picLocks noGrp="1"/>
          </p:cNvPicPr>
          <p:nvPr>
            <p:ph idx="1"/>
          </p:nvPr>
        </p:nvPicPr>
        <p:blipFill>
          <a:blip r:embed="rId3"/>
          <a:stretch>
            <a:fillRect/>
          </a:stretch>
        </p:blipFill>
        <p:spPr bwMode="auto">
          <a:xfrm>
            <a:off x="4758873" y="2271098"/>
            <a:ext cx="3848316" cy="3891265"/>
          </a:xfrm>
          <a:prstGeom prst="rect">
            <a:avLst/>
          </a:prstGeom>
          <a:noFill/>
        </p:spPr>
      </p:pic>
    </p:spTree>
    <p:extLst>
      <p:ext uri="{BB962C8B-B14F-4D97-AF65-F5344CB8AC3E}">
        <p14:creationId xmlns:p14="http://schemas.microsoft.com/office/powerpoint/2010/main" val="27050872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BB79A42-37E7-9C29-C65C-D555F1E48ADC}"/>
              </a:ext>
            </a:extLst>
          </p:cNvPr>
          <p:cNvSpPr>
            <a:spLocks noGrp="1"/>
          </p:cNvSpPr>
          <p:nvPr>
            <p:ph type="title"/>
          </p:nvPr>
        </p:nvSpPr>
        <p:spPr>
          <a:xfrm>
            <a:off x="495030" y="2767106"/>
            <a:ext cx="2160621" cy="3071906"/>
          </a:xfrm>
        </p:spPr>
        <p:txBody>
          <a:bodyPr vert="horz" lIns="91440" tIns="45720" rIns="91440" bIns="45720" rtlCol="0" anchor="t">
            <a:normAutofit/>
          </a:bodyPr>
          <a:lstStyle/>
          <a:p>
            <a:pPr algn="l" defTabSz="914400">
              <a:lnSpc>
                <a:spcPct val="90000"/>
              </a:lnSpc>
            </a:pPr>
            <a:r>
              <a:rPr lang="en-US" sz="3200" kern="1200" dirty="0">
                <a:solidFill>
                  <a:srgbClr val="FFFFFF"/>
                </a:solidFill>
                <a:latin typeface="+mj-lt"/>
                <a:ea typeface="+mj-ea"/>
                <a:cs typeface="+mj-cs"/>
              </a:rPr>
              <a:t>Random Forest – Feature Importance</a:t>
            </a:r>
          </a:p>
        </p:txBody>
      </p:sp>
      <p:pic>
        <p:nvPicPr>
          <p:cNvPr id="4" name="Picture" descr="png">
            <a:extLst>
              <a:ext uri="{FF2B5EF4-FFF2-40B4-BE49-F238E27FC236}">
                <a16:creationId xmlns:a16="http://schemas.microsoft.com/office/drawing/2014/main" id="{45F7C897-4120-9B4F-073E-88AB13F4DBDE}"/>
              </a:ext>
            </a:extLst>
          </p:cNvPr>
          <p:cNvPicPr>
            <a:picLocks noGrp="1"/>
          </p:cNvPicPr>
          <p:nvPr>
            <p:ph idx="1"/>
          </p:nvPr>
        </p:nvPicPr>
        <p:blipFill>
          <a:blip r:embed="rId2"/>
          <a:stretch>
            <a:fillRect/>
          </a:stretch>
        </p:blipFill>
        <p:spPr bwMode="auto">
          <a:xfrm>
            <a:off x="3376821" y="350196"/>
            <a:ext cx="5419311" cy="5933872"/>
          </a:xfrm>
          <a:prstGeom prst="rect">
            <a:avLst/>
          </a:prstGeom>
          <a:noFill/>
        </p:spPr>
      </p:pic>
    </p:spTree>
    <p:extLst>
      <p:ext uri="{BB962C8B-B14F-4D97-AF65-F5344CB8AC3E}">
        <p14:creationId xmlns:p14="http://schemas.microsoft.com/office/powerpoint/2010/main" val="14065838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33ADBD3-2683-9BFB-6C17-0D7F2099DEFC}"/>
              </a:ext>
            </a:extLst>
          </p:cNvPr>
          <p:cNvSpPr>
            <a:spLocks noGrp="1"/>
          </p:cNvSpPr>
          <p:nvPr>
            <p:ph type="title"/>
          </p:nvPr>
        </p:nvSpPr>
        <p:spPr>
          <a:xfrm>
            <a:off x="495030" y="2767106"/>
            <a:ext cx="2160621" cy="3071906"/>
          </a:xfrm>
        </p:spPr>
        <p:txBody>
          <a:bodyPr vert="horz" lIns="91440" tIns="45720" rIns="91440" bIns="45720" rtlCol="0" anchor="t">
            <a:normAutofit/>
          </a:bodyPr>
          <a:lstStyle/>
          <a:p>
            <a:pPr algn="l" defTabSz="914400">
              <a:lnSpc>
                <a:spcPct val="90000"/>
              </a:lnSpc>
            </a:pPr>
            <a:r>
              <a:rPr lang="en-US" sz="3500" kern="1200">
                <a:solidFill>
                  <a:srgbClr val="FFFFFF"/>
                </a:solidFill>
                <a:latin typeface="+mj-lt"/>
                <a:ea typeface="+mj-ea"/>
                <a:cs typeface="+mj-cs"/>
              </a:rPr>
              <a:t>Random Forest</a:t>
            </a:r>
            <a:br>
              <a:rPr lang="en-US" sz="3500" kern="1200">
                <a:solidFill>
                  <a:srgbClr val="FFFFFF"/>
                </a:solidFill>
                <a:latin typeface="+mj-lt"/>
                <a:ea typeface="+mj-ea"/>
                <a:cs typeface="+mj-cs"/>
              </a:rPr>
            </a:br>
            <a:r>
              <a:rPr lang="en-US" sz="3500" kern="1200">
                <a:solidFill>
                  <a:srgbClr val="FFFFFF"/>
                </a:solidFill>
                <a:latin typeface="+mj-lt"/>
                <a:ea typeface="+mj-ea"/>
                <a:cs typeface="+mj-cs"/>
              </a:rPr>
              <a:t>Confusion Metrics (Train Data)</a:t>
            </a:r>
          </a:p>
        </p:txBody>
      </p:sp>
      <p:pic>
        <p:nvPicPr>
          <p:cNvPr id="4" name="Content Placeholder 3" descr="A blue squares with white squares&#10;&#10;AI-generated content may be incorrect.">
            <a:extLst>
              <a:ext uri="{FF2B5EF4-FFF2-40B4-BE49-F238E27FC236}">
                <a16:creationId xmlns:a16="http://schemas.microsoft.com/office/drawing/2014/main" id="{B71DD0FB-F577-CA87-A41E-D0F1AD36BC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3376821" y="1349339"/>
            <a:ext cx="5419311" cy="4159322"/>
          </a:xfrm>
          <a:prstGeom prst="rect">
            <a:avLst/>
          </a:prstGeom>
          <a:noFill/>
        </p:spPr>
      </p:pic>
    </p:spTree>
    <p:extLst>
      <p:ext uri="{BB962C8B-B14F-4D97-AF65-F5344CB8AC3E}">
        <p14:creationId xmlns:p14="http://schemas.microsoft.com/office/powerpoint/2010/main" val="6764455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AE63B3C-38EF-ED60-FB5A-FD3B8C5CA424}"/>
              </a:ext>
            </a:extLst>
          </p:cNvPr>
          <p:cNvSpPr>
            <a:spLocks noGrp="1"/>
          </p:cNvSpPr>
          <p:nvPr>
            <p:ph type="title"/>
          </p:nvPr>
        </p:nvSpPr>
        <p:spPr>
          <a:xfrm>
            <a:off x="1037673" y="348865"/>
            <a:ext cx="7288583" cy="1576446"/>
          </a:xfrm>
        </p:spPr>
        <p:txBody>
          <a:bodyPr anchor="ctr">
            <a:normAutofit/>
          </a:bodyPr>
          <a:lstStyle/>
          <a:p>
            <a:r>
              <a:rPr lang="en-US" sz="3500">
                <a:solidFill>
                  <a:srgbClr val="FFFFFF"/>
                </a:solidFill>
              </a:rPr>
              <a:t>Random Forest</a:t>
            </a:r>
            <a:br>
              <a:rPr lang="en-US" sz="3500">
                <a:solidFill>
                  <a:srgbClr val="FFFFFF"/>
                </a:solidFill>
              </a:rPr>
            </a:br>
            <a:r>
              <a:rPr lang="en-US" sz="3500">
                <a:solidFill>
                  <a:srgbClr val="FFFFFF"/>
                </a:solidFill>
              </a:rPr>
              <a:t>Training Data Key Metrices</a:t>
            </a:r>
          </a:p>
        </p:txBody>
      </p:sp>
      <p:graphicFrame>
        <p:nvGraphicFramePr>
          <p:cNvPr id="5" name="Content Placeholder 2">
            <a:extLst>
              <a:ext uri="{FF2B5EF4-FFF2-40B4-BE49-F238E27FC236}">
                <a16:creationId xmlns:a16="http://schemas.microsoft.com/office/drawing/2014/main" id="{86C29C4E-DFE8-6F88-E2C3-40011841857B}"/>
              </a:ext>
            </a:extLst>
          </p:cNvPr>
          <p:cNvGraphicFramePr>
            <a:graphicFrameLocks noGrp="1"/>
          </p:cNvGraphicFramePr>
          <p:nvPr>
            <p:ph idx="1"/>
            <p:extLst>
              <p:ext uri="{D42A27DB-BD31-4B8C-83A1-F6EECF244321}">
                <p14:modId xmlns:p14="http://schemas.microsoft.com/office/powerpoint/2010/main" val="28630474"/>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149939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80FBC90-E4FA-BEE7-C3DB-9FFC6C6E852F}"/>
              </a:ext>
            </a:extLst>
          </p:cNvPr>
          <p:cNvSpPr>
            <a:spLocks noGrp="1"/>
          </p:cNvSpPr>
          <p:nvPr>
            <p:ph type="title"/>
          </p:nvPr>
        </p:nvSpPr>
        <p:spPr>
          <a:xfrm>
            <a:off x="1037673" y="348865"/>
            <a:ext cx="7288583" cy="1576446"/>
          </a:xfrm>
        </p:spPr>
        <p:txBody>
          <a:bodyPr anchor="ctr">
            <a:normAutofit fontScale="90000"/>
          </a:bodyPr>
          <a:lstStyle/>
          <a:p>
            <a:r>
              <a:rPr lang="en-US" sz="3500" dirty="0">
                <a:solidFill>
                  <a:srgbClr val="FFFFFF"/>
                </a:solidFill>
              </a:rPr>
              <a:t>Random Forest  </a:t>
            </a:r>
            <a:br>
              <a:rPr lang="en-US" sz="3500" dirty="0">
                <a:solidFill>
                  <a:srgbClr val="FFFFFF"/>
                </a:solidFill>
              </a:rPr>
            </a:br>
            <a:r>
              <a:rPr lang="en-US" sz="3500" dirty="0">
                <a:solidFill>
                  <a:srgbClr val="FFFFFF"/>
                </a:solidFill>
              </a:rPr>
              <a:t>Hyperparameter Tuning  </a:t>
            </a:r>
            <a:br>
              <a:rPr lang="en-US" sz="3500" dirty="0">
                <a:solidFill>
                  <a:srgbClr val="FFFFFF"/>
                </a:solidFill>
              </a:rPr>
            </a:br>
            <a:r>
              <a:rPr lang="en-US" sz="3500" dirty="0">
                <a:solidFill>
                  <a:srgbClr val="FFFFFF"/>
                </a:solidFill>
              </a:rPr>
              <a:t>Best Parameters</a:t>
            </a:r>
          </a:p>
        </p:txBody>
      </p:sp>
      <p:graphicFrame>
        <p:nvGraphicFramePr>
          <p:cNvPr id="21" name="Content Placeholder 2">
            <a:extLst>
              <a:ext uri="{FF2B5EF4-FFF2-40B4-BE49-F238E27FC236}">
                <a16:creationId xmlns:a16="http://schemas.microsoft.com/office/drawing/2014/main" id="{082EA47B-2307-42CD-26E3-160B624CFC3F}"/>
              </a:ext>
            </a:extLst>
          </p:cNvPr>
          <p:cNvGraphicFramePr>
            <a:graphicFrameLocks noGrp="1"/>
          </p:cNvGraphicFramePr>
          <p:nvPr>
            <p:ph idx="1"/>
            <p:extLst>
              <p:ext uri="{D42A27DB-BD31-4B8C-83A1-F6EECF244321}">
                <p14:modId xmlns:p14="http://schemas.microsoft.com/office/powerpoint/2010/main" val="3918811305"/>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817472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7B02C4F3-DFF8-1AEF-0D31-F72598E9DF8A}"/>
              </a:ext>
            </a:extLst>
          </p:cNvPr>
          <p:cNvSpPr>
            <a:spLocks noGrp="1"/>
          </p:cNvSpPr>
          <p:nvPr>
            <p:ph type="title"/>
          </p:nvPr>
        </p:nvSpPr>
        <p:spPr>
          <a:xfrm>
            <a:off x="495030" y="2767106"/>
            <a:ext cx="2160621" cy="3071906"/>
          </a:xfrm>
        </p:spPr>
        <p:txBody>
          <a:bodyPr vert="horz" lIns="91440" tIns="45720" rIns="91440" bIns="45720" rtlCol="0" anchor="t">
            <a:normAutofit/>
          </a:bodyPr>
          <a:lstStyle/>
          <a:p>
            <a:pPr algn="l" defTabSz="914400">
              <a:lnSpc>
                <a:spcPct val="90000"/>
              </a:lnSpc>
            </a:pPr>
            <a:r>
              <a:rPr lang="en-US" sz="3000" kern="1200" dirty="0">
                <a:solidFill>
                  <a:srgbClr val="FFFFFF"/>
                </a:solidFill>
                <a:latin typeface="+mj-lt"/>
                <a:ea typeface="+mj-ea"/>
                <a:cs typeface="+mj-cs"/>
              </a:rPr>
              <a:t>Tuned Random Forest Model</a:t>
            </a:r>
            <a:br>
              <a:rPr lang="en-US" sz="3000" kern="1200" dirty="0">
                <a:solidFill>
                  <a:srgbClr val="FFFFFF"/>
                </a:solidFill>
                <a:latin typeface="+mj-lt"/>
                <a:ea typeface="+mj-ea"/>
                <a:cs typeface="+mj-cs"/>
              </a:rPr>
            </a:br>
            <a:r>
              <a:rPr lang="en-US" sz="3000" kern="1200" dirty="0">
                <a:solidFill>
                  <a:srgbClr val="FFFFFF"/>
                </a:solidFill>
                <a:latin typeface="+mj-lt"/>
                <a:ea typeface="+mj-ea"/>
                <a:cs typeface="+mj-cs"/>
              </a:rPr>
              <a:t>Confusion Metrics (Train Data)</a:t>
            </a:r>
          </a:p>
        </p:txBody>
      </p:sp>
      <p:pic>
        <p:nvPicPr>
          <p:cNvPr id="4" name="Picture" descr="png">
            <a:extLst>
              <a:ext uri="{FF2B5EF4-FFF2-40B4-BE49-F238E27FC236}">
                <a16:creationId xmlns:a16="http://schemas.microsoft.com/office/drawing/2014/main" id="{C174D478-183F-C3C9-4C3A-4BE04FB5421F}"/>
              </a:ext>
            </a:extLst>
          </p:cNvPr>
          <p:cNvPicPr>
            <a:picLocks noGrp="1"/>
          </p:cNvPicPr>
          <p:nvPr>
            <p:ph idx="1"/>
          </p:nvPr>
        </p:nvPicPr>
        <p:blipFill>
          <a:blip r:embed="rId2"/>
          <a:stretch>
            <a:fillRect/>
          </a:stretch>
        </p:blipFill>
        <p:spPr bwMode="auto">
          <a:xfrm>
            <a:off x="3376821" y="1054776"/>
            <a:ext cx="5419311" cy="4748448"/>
          </a:xfrm>
          <a:prstGeom prst="rect">
            <a:avLst/>
          </a:prstGeom>
          <a:noFill/>
        </p:spPr>
      </p:pic>
    </p:spTree>
    <p:extLst>
      <p:ext uri="{BB962C8B-B14F-4D97-AF65-F5344CB8AC3E}">
        <p14:creationId xmlns:p14="http://schemas.microsoft.com/office/powerpoint/2010/main" val="23318820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BB48AD1-2ED6-032A-0794-DDE3D5154E77}"/>
              </a:ext>
            </a:extLst>
          </p:cNvPr>
          <p:cNvSpPr>
            <a:spLocks noGrp="1"/>
          </p:cNvSpPr>
          <p:nvPr>
            <p:ph type="title"/>
          </p:nvPr>
        </p:nvSpPr>
        <p:spPr>
          <a:xfrm>
            <a:off x="1037673" y="348865"/>
            <a:ext cx="7288583" cy="1576446"/>
          </a:xfrm>
        </p:spPr>
        <p:txBody>
          <a:bodyPr anchor="ctr">
            <a:normAutofit/>
          </a:bodyPr>
          <a:lstStyle/>
          <a:p>
            <a:r>
              <a:rPr lang="en-US" sz="3500">
                <a:solidFill>
                  <a:srgbClr val="FFFFFF"/>
                </a:solidFill>
              </a:rPr>
              <a:t>Tuned Random Forest</a:t>
            </a:r>
            <a:br>
              <a:rPr lang="en-US" sz="3500">
                <a:solidFill>
                  <a:srgbClr val="FFFFFF"/>
                </a:solidFill>
              </a:rPr>
            </a:br>
            <a:r>
              <a:rPr lang="en-US" sz="3500">
                <a:solidFill>
                  <a:srgbClr val="FFFFFF"/>
                </a:solidFill>
              </a:rPr>
              <a:t>Key Metrics (Training Data)</a:t>
            </a:r>
          </a:p>
        </p:txBody>
      </p:sp>
      <p:graphicFrame>
        <p:nvGraphicFramePr>
          <p:cNvPr id="5" name="Content Placeholder 2">
            <a:extLst>
              <a:ext uri="{FF2B5EF4-FFF2-40B4-BE49-F238E27FC236}">
                <a16:creationId xmlns:a16="http://schemas.microsoft.com/office/drawing/2014/main" id="{219EB31E-59CE-05E8-2C82-F09E19855CBE}"/>
              </a:ext>
            </a:extLst>
          </p:cNvPr>
          <p:cNvGraphicFramePr>
            <a:graphicFrameLocks noGrp="1"/>
          </p:cNvGraphicFramePr>
          <p:nvPr>
            <p:ph idx="1"/>
            <p:extLst>
              <p:ext uri="{D42A27DB-BD31-4B8C-83A1-F6EECF244321}">
                <p14:modId xmlns:p14="http://schemas.microsoft.com/office/powerpoint/2010/main" val="364813027"/>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009255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6D63398-EEE4-4E6A-BEF3-E92924A28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67" y="0"/>
            <a:ext cx="9170066" cy="6858000"/>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6804B24-17AC-406D-9636-1332F5DF9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19877" y="-988420"/>
            <a:ext cx="6859919" cy="8832924"/>
          </a:xfrm>
          <a:prstGeom prst="rect">
            <a:avLst/>
          </a:prstGeom>
          <a:gradFill>
            <a:gsLst>
              <a:gs pos="0">
                <a:schemeClr val="accent1">
                  <a:lumMod val="50000"/>
                  <a:alpha val="0"/>
                </a:schemeClr>
              </a:gs>
              <a:gs pos="100000">
                <a:schemeClr val="accent1">
                  <a:lumMod val="50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67" y="-864"/>
            <a:ext cx="2706134" cy="6858864"/>
          </a:xfrm>
          <a:prstGeom prst="rect">
            <a:avLst/>
          </a:prstGeom>
          <a:gradFill>
            <a:gsLst>
              <a:gs pos="0">
                <a:schemeClr val="accent1">
                  <a:lumMod val="75000"/>
                  <a:alpha val="48000"/>
                </a:schemeClr>
              </a:gs>
              <a:gs pos="99000">
                <a:srgbClr val="000000">
                  <a:alpha val="46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26703">
            <a:off x="252763" y="1649137"/>
            <a:ext cx="4967533"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570DF94D-F28F-435E-AD56-C40FC99AF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2409782"/>
            <a:ext cx="9166299" cy="4443259"/>
          </a:xfrm>
          <a:prstGeom prst="rect">
            <a:avLst/>
          </a:prstGeom>
          <a:gradFill>
            <a:gsLst>
              <a:gs pos="0">
                <a:schemeClr val="accent1">
                  <a:lumMod val="75000"/>
                  <a:alpha val="50000"/>
                </a:schemeClr>
              </a:gs>
              <a:gs pos="99000">
                <a:srgbClr val="000000">
                  <a:alpha val="11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F952EE-9AAE-4D81-BF98-35DF71334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405630" y="-1353130"/>
            <a:ext cx="6407535" cy="9113803"/>
          </a:xfrm>
          <a:prstGeom prst="rect">
            <a:avLst/>
          </a:prstGeom>
          <a:gradFill>
            <a:gsLst>
              <a:gs pos="1000">
                <a:srgbClr val="000000">
                  <a:alpha val="33000"/>
                </a:srgbClr>
              </a:gs>
              <a:gs pos="100000">
                <a:schemeClr val="accent1">
                  <a:lumMod val="50000"/>
                  <a:alpha val="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C96E0C-4208-3B4A-04A7-43E30AA1F078}"/>
              </a:ext>
            </a:extLst>
          </p:cNvPr>
          <p:cNvSpPr>
            <a:spLocks noGrp="1"/>
          </p:cNvSpPr>
          <p:nvPr>
            <p:ph type="title"/>
          </p:nvPr>
        </p:nvSpPr>
        <p:spPr>
          <a:xfrm>
            <a:off x="3183340" y="3006586"/>
            <a:ext cx="5463701" cy="2732297"/>
          </a:xfrm>
        </p:spPr>
        <p:txBody>
          <a:bodyPr vert="horz" lIns="91440" tIns="45720" rIns="91440" bIns="45720" rtlCol="0" anchor="t">
            <a:normAutofit/>
          </a:bodyPr>
          <a:lstStyle/>
          <a:p>
            <a:pPr algn="l" defTabSz="914400">
              <a:lnSpc>
                <a:spcPct val="90000"/>
              </a:lnSpc>
            </a:pPr>
            <a:r>
              <a:rPr lang="en-US" sz="4200" kern="1200" dirty="0">
                <a:solidFill>
                  <a:srgbClr val="FFFFFF"/>
                </a:solidFill>
                <a:latin typeface="+mj-lt"/>
                <a:ea typeface="+mj-ea"/>
                <a:cs typeface="+mj-cs"/>
              </a:rPr>
              <a:t>Model Evaluation</a:t>
            </a:r>
          </a:p>
        </p:txBody>
      </p:sp>
    </p:spTree>
    <p:extLst>
      <p:ext uri="{BB962C8B-B14F-4D97-AF65-F5344CB8AC3E}">
        <p14:creationId xmlns:p14="http://schemas.microsoft.com/office/powerpoint/2010/main" val="18734137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A06FB1D-738A-4236-100A-391703F1EF4F}"/>
              </a:ext>
            </a:extLst>
          </p:cNvPr>
          <p:cNvSpPr>
            <a:spLocks noGrp="1"/>
          </p:cNvSpPr>
          <p:nvPr>
            <p:ph type="title"/>
          </p:nvPr>
        </p:nvSpPr>
        <p:spPr>
          <a:xfrm>
            <a:off x="495030" y="2767106"/>
            <a:ext cx="2160621" cy="3071906"/>
          </a:xfrm>
        </p:spPr>
        <p:txBody>
          <a:bodyPr vert="horz" lIns="91440" tIns="45720" rIns="91440" bIns="45720" rtlCol="0" anchor="t">
            <a:normAutofit/>
          </a:bodyPr>
          <a:lstStyle/>
          <a:p>
            <a:pPr algn="l" defTabSz="914400">
              <a:lnSpc>
                <a:spcPct val="90000"/>
              </a:lnSpc>
            </a:pPr>
            <a:r>
              <a:rPr lang="en-US" sz="3500" kern="1200">
                <a:solidFill>
                  <a:srgbClr val="FFFFFF"/>
                </a:solidFill>
                <a:latin typeface="+mj-lt"/>
                <a:ea typeface="+mj-ea"/>
                <a:cs typeface="+mj-cs"/>
              </a:rPr>
              <a:t>Logistic Regression</a:t>
            </a:r>
            <a:br>
              <a:rPr lang="en-US" sz="3500" kern="1200">
                <a:solidFill>
                  <a:srgbClr val="FFFFFF"/>
                </a:solidFill>
                <a:latin typeface="+mj-lt"/>
                <a:ea typeface="+mj-ea"/>
                <a:cs typeface="+mj-cs"/>
              </a:rPr>
            </a:br>
            <a:r>
              <a:rPr lang="en-US" sz="3500" kern="1200">
                <a:solidFill>
                  <a:srgbClr val="FFFFFF"/>
                </a:solidFill>
                <a:latin typeface="+mj-lt"/>
                <a:ea typeface="+mj-ea"/>
                <a:cs typeface="+mj-cs"/>
              </a:rPr>
              <a:t>Confusion Metrics (Test Data)</a:t>
            </a:r>
          </a:p>
        </p:txBody>
      </p:sp>
      <p:pic>
        <p:nvPicPr>
          <p:cNvPr id="4" name="Picture" descr="png">
            <a:extLst>
              <a:ext uri="{FF2B5EF4-FFF2-40B4-BE49-F238E27FC236}">
                <a16:creationId xmlns:a16="http://schemas.microsoft.com/office/drawing/2014/main" id="{907E9F98-75BF-7B17-F135-7BF763E60F71}"/>
              </a:ext>
            </a:extLst>
          </p:cNvPr>
          <p:cNvPicPr>
            <a:picLocks noGrp="1"/>
          </p:cNvPicPr>
          <p:nvPr>
            <p:ph idx="1"/>
          </p:nvPr>
        </p:nvPicPr>
        <p:blipFill>
          <a:blip r:embed="rId2"/>
          <a:stretch>
            <a:fillRect/>
          </a:stretch>
        </p:blipFill>
        <p:spPr bwMode="auto">
          <a:xfrm>
            <a:off x="3376821" y="1007947"/>
            <a:ext cx="5419311" cy="4842106"/>
          </a:xfrm>
          <a:prstGeom prst="rect">
            <a:avLst/>
          </a:prstGeom>
          <a:noFill/>
        </p:spPr>
      </p:pic>
    </p:spTree>
    <p:extLst>
      <p:ext uri="{BB962C8B-B14F-4D97-AF65-F5344CB8AC3E}">
        <p14:creationId xmlns:p14="http://schemas.microsoft.com/office/powerpoint/2010/main" val="21381190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3E4AA49-FB1F-4927-CA26-9242FDEBB19C}"/>
              </a:ext>
            </a:extLst>
          </p:cNvPr>
          <p:cNvSpPr>
            <a:spLocks noGrp="1"/>
          </p:cNvSpPr>
          <p:nvPr>
            <p:ph type="title"/>
          </p:nvPr>
        </p:nvSpPr>
        <p:spPr>
          <a:xfrm>
            <a:off x="1028697" y="348865"/>
            <a:ext cx="7533018" cy="877729"/>
          </a:xfrm>
        </p:spPr>
        <p:txBody>
          <a:bodyPr anchor="ctr">
            <a:normAutofit/>
          </a:bodyPr>
          <a:lstStyle/>
          <a:p>
            <a:pPr>
              <a:lnSpc>
                <a:spcPct val="90000"/>
              </a:lnSpc>
            </a:pPr>
            <a:r>
              <a:rPr lang="en-US" sz="2700">
                <a:solidFill>
                  <a:srgbClr val="FFFFFF"/>
                </a:solidFill>
              </a:rPr>
              <a:t>Logistic Regression</a:t>
            </a:r>
            <a:br>
              <a:rPr lang="en-US" sz="2700">
                <a:solidFill>
                  <a:srgbClr val="FFFFFF"/>
                </a:solidFill>
              </a:rPr>
            </a:br>
            <a:r>
              <a:rPr lang="en-US" sz="2700">
                <a:solidFill>
                  <a:srgbClr val="FFFFFF"/>
                </a:solidFill>
              </a:rPr>
              <a:t>Test Data Key Metrices</a:t>
            </a:r>
          </a:p>
        </p:txBody>
      </p:sp>
      <p:graphicFrame>
        <p:nvGraphicFramePr>
          <p:cNvPr id="21" name="Content Placeholder 2">
            <a:extLst>
              <a:ext uri="{FF2B5EF4-FFF2-40B4-BE49-F238E27FC236}">
                <a16:creationId xmlns:a16="http://schemas.microsoft.com/office/drawing/2014/main" id="{D291671B-5C36-01E2-2095-1359C8DD6F4D}"/>
              </a:ext>
            </a:extLst>
          </p:cNvPr>
          <p:cNvGraphicFramePr>
            <a:graphicFrameLocks noGrp="1"/>
          </p:cNvGraphicFramePr>
          <p:nvPr>
            <p:ph idx="1"/>
            <p:extLst>
              <p:ext uri="{D42A27DB-BD31-4B8C-83A1-F6EECF244321}">
                <p14:modId xmlns:p14="http://schemas.microsoft.com/office/powerpoint/2010/main" val="1506941747"/>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88101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AE05F3A2-7A84-3443-8B43-46E1945B00F3}"/>
              </a:ext>
            </a:extLst>
          </p:cNvPr>
          <p:cNvSpPr>
            <a:spLocks noGrp="1"/>
          </p:cNvSpPr>
          <p:nvPr>
            <p:ph type="title"/>
          </p:nvPr>
        </p:nvSpPr>
        <p:spPr>
          <a:xfrm>
            <a:off x="495030" y="2767106"/>
            <a:ext cx="2160621" cy="3071906"/>
          </a:xfrm>
        </p:spPr>
        <p:txBody>
          <a:bodyPr vert="horz" lIns="91440" tIns="45720" rIns="91440" bIns="45720" rtlCol="0" anchor="t">
            <a:normAutofit/>
          </a:bodyPr>
          <a:lstStyle/>
          <a:p>
            <a:pPr algn="l" defTabSz="914400">
              <a:lnSpc>
                <a:spcPct val="90000"/>
              </a:lnSpc>
            </a:pPr>
            <a:r>
              <a:rPr lang="en-US" sz="3500" kern="1200">
                <a:solidFill>
                  <a:srgbClr val="FFFFFF"/>
                </a:solidFill>
                <a:latin typeface="+mj-lt"/>
                <a:ea typeface="+mj-ea"/>
                <a:cs typeface="+mj-cs"/>
              </a:rPr>
              <a:t>Random Forest</a:t>
            </a:r>
            <a:br>
              <a:rPr lang="en-US" sz="3500" kern="1200">
                <a:solidFill>
                  <a:srgbClr val="FFFFFF"/>
                </a:solidFill>
                <a:latin typeface="+mj-lt"/>
                <a:ea typeface="+mj-ea"/>
                <a:cs typeface="+mj-cs"/>
              </a:rPr>
            </a:br>
            <a:r>
              <a:rPr lang="en-US" sz="3500" kern="1200">
                <a:solidFill>
                  <a:srgbClr val="FFFFFF"/>
                </a:solidFill>
                <a:latin typeface="+mj-lt"/>
                <a:ea typeface="+mj-ea"/>
                <a:cs typeface="+mj-cs"/>
              </a:rPr>
              <a:t>Confusion Metrics (Test Data)</a:t>
            </a:r>
          </a:p>
        </p:txBody>
      </p:sp>
      <p:pic>
        <p:nvPicPr>
          <p:cNvPr id="4" name="Picture" descr="png">
            <a:extLst>
              <a:ext uri="{FF2B5EF4-FFF2-40B4-BE49-F238E27FC236}">
                <a16:creationId xmlns:a16="http://schemas.microsoft.com/office/drawing/2014/main" id="{31684FB6-DB0E-4162-B313-BAAB01F7574F}"/>
              </a:ext>
            </a:extLst>
          </p:cNvPr>
          <p:cNvPicPr>
            <a:picLocks noGrp="1"/>
          </p:cNvPicPr>
          <p:nvPr>
            <p:ph idx="1"/>
          </p:nvPr>
        </p:nvPicPr>
        <p:blipFill>
          <a:blip r:embed="rId2"/>
          <a:stretch>
            <a:fillRect/>
          </a:stretch>
        </p:blipFill>
        <p:spPr bwMode="auto">
          <a:xfrm>
            <a:off x="3376821" y="1007947"/>
            <a:ext cx="5419311" cy="4842106"/>
          </a:xfrm>
          <a:prstGeom prst="rect">
            <a:avLst/>
          </a:prstGeom>
          <a:noFill/>
        </p:spPr>
      </p:pic>
    </p:spTree>
    <p:extLst>
      <p:ext uri="{BB962C8B-B14F-4D97-AF65-F5344CB8AC3E}">
        <p14:creationId xmlns:p14="http://schemas.microsoft.com/office/powerpoint/2010/main" val="19304488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8970939-6346-B4C9-39C4-289E5E459FA0}"/>
              </a:ext>
            </a:extLst>
          </p:cNvPr>
          <p:cNvSpPr>
            <a:spLocks noGrp="1"/>
          </p:cNvSpPr>
          <p:nvPr>
            <p:ph type="title"/>
          </p:nvPr>
        </p:nvSpPr>
        <p:spPr>
          <a:xfrm>
            <a:off x="1037673" y="348865"/>
            <a:ext cx="7288583" cy="1576446"/>
          </a:xfrm>
        </p:spPr>
        <p:txBody>
          <a:bodyPr anchor="ctr">
            <a:normAutofit/>
          </a:bodyPr>
          <a:lstStyle/>
          <a:p>
            <a:r>
              <a:rPr lang="en-US" sz="3500" dirty="0">
                <a:solidFill>
                  <a:srgbClr val="FFFFFF"/>
                </a:solidFill>
              </a:rPr>
              <a:t>Random Forest</a:t>
            </a:r>
            <a:br>
              <a:rPr lang="en-US" sz="3500" dirty="0">
                <a:solidFill>
                  <a:srgbClr val="FFFFFF"/>
                </a:solidFill>
              </a:rPr>
            </a:br>
            <a:r>
              <a:rPr lang="en-US" sz="3500" dirty="0">
                <a:solidFill>
                  <a:srgbClr val="FFFFFF"/>
                </a:solidFill>
              </a:rPr>
              <a:t>Test Data Key Metrices</a:t>
            </a:r>
          </a:p>
        </p:txBody>
      </p:sp>
      <p:graphicFrame>
        <p:nvGraphicFramePr>
          <p:cNvPr id="5" name="Content Placeholder 2">
            <a:extLst>
              <a:ext uri="{FF2B5EF4-FFF2-40B4-BE49-F238E27FC236}">
                <a16:creationId xmlns:a16="http://schemas.microsoft.com/office/drawing/2014/main" id="{1702C08F-3BCB-1D32-6245-C82C4B093668}"/>
              </a:ext>
            </a:extLst>
          </p:cNvPr>
          <p:cNvGraphicFramePr>
            <a:graphicFrameLocks noGrp="1"/>
          </p:cNvGraphicFramePr>
          <p:nvPr>
            <p:ph idx="1"/>
            <p:extLst>
              <p:ext uri="{D42A27DB-BD31-4B8C-83A1-F6EECF244321}">
                <p14:modId xmlns:p14="http://schemas.microsoft.com/office/powerpoint/2010/main" val="1053980407"/>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155038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92" y="-1"/>
            <a:ext cx="9169464"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31469" y="-3"/>
            <a:ext cx="8829202"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400" y="0"/>
            <a:ext cx="2717530"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906" y="-3"/>
            <a:ext cx="9175185"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505509" y="212908"/>
            <a:ext cx="6861931" cy="6448394"/>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269287" y="1712598"/>
            <a:ext cx="4967533" cy="3741293"/>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A3776BA-B0C4-E594-6ABE-AB6A88C5D770}"/>
              </a:ext>
            </a:extLst>
          </p:cNvPr>
          <p:cNvSpPr>
            <a:spLocks noGrp="1"/>
          </p:cNvSpPr>
          <p:nvPr>
            <p:ph type="title"/>
          </p:nvPr>
        </p:nvSpPr>
        <p:spPr>
          <a:xfrm>
            <a:off x="3121925" y="818984"/>
            <a:ext cx="5036024" cy="3178689"/>
          </a:xfrm>
        </p:spPr>
        <p:txBody>
          <a:bodyPr vert="horz" lIns="91440" tIns="45720" rIns="91440" bIns="45720" rtlCol="0" anchor="b">
            <a:normAutofit/>
          </a:bodyPr>
          <a:lstStyle/>
          <a:p>
            <a:pPr algn="l" defTabSz="914400">
              <a:lnSpc>
                <a:spcPct val="90000"/>
              </a:lnSpc>
            </a:pPr>
            <a:r>
              <a:rPr lang="en-US" sz="4200" kern="1200">
                <a:solidFill>
                  <a:srgbClr val="FFFFFF"/>
                </a:solidFill>
                <a:latin typeface="+mj-lt"/>
                <a:ea typeface="+mj-ea"/>
                <a:cs typeface="+mj-cs"/>
              </a:rPr>
              <a:t>Evaluation and Conclusion</a:t>
            </a:r>
          </a:p>
        </p:txBody>
      </p:sp>
      <p:sp>
        <p:nvSpPr>
          <p:cNvPr id="21" name="Rectangle 20">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490110"/>
            <a:ext cx="9163282"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50043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53DA881-5737-D792-E4E0-81F8A8D3311E}"/>
              </a:ext>
            </a:extLst>
          </p:cNvPr>
          <p:cNvSpPr>
            <a:spLocks noGrp="1"/>
          </p:cNvSpPr>
          <p:nvPr>
            <p:ph type="title"/>
          </p:nvPr>
        </p:nvSpPr>
        <p:spPr>
          <a:xfrm>
            <a:off x="1037673" y="348865"/>
            <a:ext cx="7288583" cy="1576446"/>
          </a:xfrm>
        </p:spPr>
        <p:txBody>
          <a:bodyPr anchor="ctr">
            <a:normAutofit/>
          </a:bodyPr>
          <a:lstStyle/>
          <a:p>
            <a:r>
              <a:rPr lang="en-US" sz="3500">
                <a:solidFill>
                  <a:srgbClr val="FFFFFF"/>
                </a:solidFill>
              </a:rPr>
              <a:t>Model Comparison</a:t>
            </a:r>
          </a:p>
        </p:txBody>
      </p:sp>
      <p:graphicFrame>
        <p:nvGraphicFramePr>
          <p:cNvPr id="21" name="Content Placeholder 2">
            <a:extLst>
              <a:ext uri="{FF2B5EF4-FFF2-40B4-BE49-F238E27FC236}">
                <a16:creationId xmlns:a16="http://schemas.microsoft.com/office/drawing/2014/main" id="{814AB970-2F8C-E20C-9DED-4A91F903151F}"/>
              </a:ext>
            </a:extLst>
          </p:cNvPr>
          <p:cNvGraphicFramePr>
            <a:graphicFrameLocks noGrp="1"/>
          </p:cNvGraphicFramePr>
          <p:nvPr>
            <p:ph idx="1"/>
            <p:extLst>
              <p:ext uri="{D42A27DB-BD31-4B8C-83A1-F6EECF244321}">
                <p14:modId xmlns:p14="http://schemas.microsoft.com/office/powerpoint/2010/main" val="480504441"/>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640528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6543C6-4281-22F8-45CE-0C30E4208D2E}"/>
              </a:ext>
            </a:extLst>
          </p:cNvPr>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Key Findings</a:t>
            </a:r>
            <a:endParaRPr lang="en-US" sz="3500" dirty="0">
              <a:solidFill>
                <a:srgbClr val="FFFFFF"/>
              </a:solidFill>
            </a:endParaRPr>
          </a:p>
        </p:txBody>
      </p:sp>
      <p:graphicFrame>
        <p:nvGraphicFramePr>
          <p:cNvPr id="7" name="Content Placeholder 2">
            <a:extLst>
              <a:ext uri="{FF2B5EF4-FFF2-40B4-BE49-F238E27FC236}">
                <a16:creationId xmlns:a16="http://schemas.microsoft.com/office/drawing/2014/main" id="{39D3C806-85FA-F8A6-6E26-2D8CDA5BE657}"/>
              </a:ext>
            </a:extLst>
          </p:cNvPr>
          <p:cNvGraphicFramePr>
            <a:graphicFrameLocks noGrp="1"/>
          </p:cNvGraphicFramePr>
          <p:nvPr>
            <p:ph idx="1"/>
            <p:extLst>
              <p:ext uri="{D42A27DB-BD31-4B8C-83A1-F6EECF244321}">
                <p14:modId xmlns:p14="http://schemas.microsoft.com/office/powerpoint/2010/main" val="94189519"/>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16946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7AD2AA5-3DE5-26D1-94F1-C771F27B44DE}"/>
              </a:ext>
            </a:extLst>
          </p:cNvPr>
          <p:cNvSpPr>
            <a:spLocks noGrp="1"/>
          </p:cNvSpPr>
          <p:nvPr>
            <p:ph type="title"/>
          </p:nvPr>
        </p:nvSpPr>
        <p:spPr>
          <a:xfrm>
            <a:off x="1037673" y="348865"/>
            <a:ext cx="7288583" cy="1576446"/>
          </a:xfrm>
        </p:spPr>
        <p:txBody>
          <a:bodyPr anchor="ctr">
            <a:normAutofit/>
          </a:bodyPr>
          <a:lstStyle/>
          <a:p>
            <a:r>
              <a:rPr lang="en-US" sz="3500">
                <a:solidFill>
                  <a:srgbClr val="FFFFFF"/>
                </a:solidFill>
              </a:rPr>
              <a:t>Conclusion</a:t>
            </a:r>
          </a:p>
        </p:txBody>
      </p:sp>
      <p:graphicFrame>
        <p:nvGraphicFramePr>
          <p:cNvPr id="17" name="Content Placeholder 2">
            <a:extLst>
              <a:ext uri="{FF2B5EF4-FFF2-40B4-BE49-F238E27FC236}">
                <a16:creationId xmlns:a16="http://schemas.microsoft.com/office/drawing/2014/main" id="{171EFDAC-EFDD-9820-9AA3-C019C47D380C}"/>
              </a:ext>
            </a:extLst>
          </p:cNvPr>
          <p:cNvGraphicFramePr>
            <a:graphicFrameLocks noGrp="1"/>
          </p:cNvGraphicFramePr>
          <p:nvPr>
            <p:ph idx="1"/>
            <p:extLst>
              <p:ext uri="{D42A27DB-BD31-4B8C-83A1-F6EECF244321}">
                <p14:modId xmlns:p14="http://schemas.microsoft.com/office/powerpoint/2010/main" val="509626422"/>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358483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4A224A9-AFD1-13DF-FAB2-1486DD14C167}"/>
              </a:ext>
            </a:extLst>
          </p:cNvPr>
          <p:cNvSpPr>
            <a:spLocks noGrp="1"/>
          </p:cNvSpPr>
          <p:nvPr>
            <p:ph type="title"/>
          </p:nvPr>
        </p:nvSpPr>
        <p:spPr>
          <a:xfrm>
            <a:off x="1037673" y="348865"/>
            <a:ext cx="7288583" cy="1576446"/>
          </a:xfrm>
        </p:spPr>
        <p:txBody>
          <a:bodyPr anchor="ctr">
            <a:normAutofit/>
          </a:bodyPr>
          <a:lstStyle/>
          <a:p>
            <a:r>
              <a:rPr lang="en-US" sz="3500">
                <a:solidFill>
                  <a:srgbClr val="FFFFFF"/>
                </a:solidFill>
              </a:rPr>
              <a:t>Recommendations</a:t>
            </a:r>
            <a:r>
              <a:rPr lang="en-IN" sz="3500">
                <a:solidFill>
                  <a:srgbClr val="FFFFFF"/>
                </a:solidFill>
              </a:rPr>
              <a:t> </a:t>
            </a:r>
            <a:endParaRPr lang="en-US" sz="3500">
              <a:solidFill>
                <a:srgbClr val="FFFFFF"/>
              </a:solidFill>
            </a:endParaRPr>
          </a:p>
        </p:txBody>
      </p:sp>
      <p:graphicFrame>
        <p:nvGraphicFramePr>
          <p:cNvPr id="5" name="Content Placeholder 2">
            <a:extLst>
              <a:ext uri="{FF2B5EF4-FFF2-40B4-BE49-F238E27FC236}">
                <a16:creationId xmlns:a16="http://schemas.microsoft.com/office/drawing/2014/main" id="{DCC4FDDF-D86C-119C-FDF3-5287CC0D2B44}"/>
              </a:ext>
            </a:extLst>
          </p:cNvPr>
          <p:cNvGraphicFramePr>
            <a:graphicFrameLocks noGrp="1"/>
          </p:cNvGraphicFramePr>
          <p:nvPr>
            <p:ph idx="1"/>
            <p:extLst>
              <p:ext uri="{D42A27DB-BD31-4B8C-83A1-F6EECF244321}">
                <p14:modId xmlns:p14="http://schemas.microsoft.com/office/powerpoint/2010/main" val="4013022125"/>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553018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29D3C9D-CF2E-8B23-150A-970D6D2A3D7C}"/>
              </a:ext>
            </a:extLst>
          </p:cNvPr>
          <p:cNvSpPr>
            <a:spLocks noGrp="1"/>
          </p:cNvSpPr>
          <p:nvPr>
            <p:ph type="title"/>
          </p:nvPr>
        </p:nvSpPr>
        <p:spPr>
          <a:xfrm>
            <a:off x="495030" y="2767106"/>
            <a:ext cx="2160621" cy="3071906"/>
          </a:xfrm>
        </p:spPr>
        <p:txBody>
          <a:bodyPr vert="horz" lIns="91440" tIns="45720" rIns="91440" bIns="45720" rtlCol="0" anchor="t">
            <a:normAutofit/>
          </a:bodyPr>
          <a:lstStyle/>
          <a:p>
            <a:pPr algn="l" defTabSz="914400">
              <a:lnSpc>
                <a:spcPct val="90000"/>
              </a:lnSpc>
            </a:pPr>
            <a:r>
              <a:rPr lang="en-US" sz="3500" kern="1200">
                <a:solidFill>
                  <a:srgbClr val="FFFFFF"/>
                </a:solidFill>
                <a:latin typeface="+mj-lt"/>
                <a:ea typeface="+mj-ea"/>
                <a:cs typeface="+mj-cs"/>
              </a:rPr>
              <a:t>Thank You</a:t>
            </a:r>
          </a:p>
        </p:txBody>
      </p:sp>
      <p:pic>
        <p:nvPicPr>
          <p:cNvPr id="6" name="Graphic 5" descr="Handshake">
            <a:extLst>
              <a:ext uri="{FF2B5EF4-FFF2-40B4-BE49-F238E27FC236}">
                <a16:creationId xmlns:a16="http://schemas.microsoft.com/office/drawing/2014/main" id="{FB89E304-8B71-A7D0-FACD-7B09AD2B021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376821" y="719344"/>
            <a:ext cx="5419311" cy="5419311"/>
          </a:xfrm>
          <a:prstGeom prst="rect">
            <a:avLst/>
          </a:prstGeom>
        </p:spPr>
      </p:pic>
    </p:spTree>
    <p:extLst>
      <p:ext uri="{BB962C8B-B14F-4D97-AF65-F5344CB8AC3E}">
        <p14:creationId xmlns:p14="http://schemas.microsoft.com/office/powerpoint/2010/main" val="3571054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201</TotalTime>
  <Words>1246</Words>
  <Application>Microsoft Macintosh PowerPoint</Application>
  <PresentationFormat>On-screen Show (4:3)</PresentationFormat>
  <Paragraphs>158</Paragraphs>
  <Slides>46</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Aptos</vt:lpstr>
      <vt:lpstr>Arial</vt:lpstr>
      <vt:lpstr>Calibri</vt:lpstr>
      <vt:lpstr>Office Theme</vt:lpstr>
      <vt:lpstr>Fraudulent Claim Detection  Case Study</vt:lpstr>
      <vt:lpstr>Problem Statement</vt:lpstr>
      <vt:lpstr>Business Objective</vt:lpstr>
      <vt:lpstr>Data Dictionary</vt:lpstr>
      <vt:lpstr>Data Cleaning</vt:lpstr>
      <vt:lpstr>Train-Validation Split</vt:lpstr>
      <vt:lpstr>EDA on  Training Data </vt:lpstr>
      <vt:lpstr>Univariate Analysis</vt:lpstr>
      <vt:lpstr>Correlation Analysis</vt:lpstr>
      <vt:lpstr>Class Balance</vt:lpstr>
      <vt:lpstr>Bivariate Analysis (Categorical Columns) Part 1</vt:lpstr>
      <vt:lpstr>Bivariate Analysis (Categorical Columns) Part 2</vt:lpstr>
      <vt:lpstr>Bivariate Analysis (Categorical Columns) Part 3</vt:lpstr>
      <vt:lpstr>PowerPoint Presentation</vt:lpstr>
      <vt:lpstr>PowerPoint Presentation</vt:lpstr>
      <vt:lpstr>PowerPoint Presentation</vt:lpstr>
      <vt:lpstr>Uninformative Columns</vt:lpstr>
      <vt:lpstr>Feature  Engineering</vt:lpstr>
      <vt:lpstr>Resampling</vt:lpstr>
      <vt:lpstr>Feature Creation</vt:lpstr>
      <vt:lpstr>Handling Redundant Columns</vt:lpstr>
      <vt:lpstr>Handling Categorical Columns</vt:lpstr>
      <vt:lpstr>Model Building</vt:lpstr>
      <vt:lpstr>Model Building Overview</vt:lpstr>
      <vt:lpstr>Logistic Regression - VIF</vt:lpstr>
      <vt:lpstr>Logistic Regression – Optimal Cutoff</vt:lpstr>
      <vt:lpstr>Logistic Regression  Confusion Metrics (Train data)</vt:lpstr>
      <vt:lpstr>Logistic Regression Training data Key Metrics</vt:lpstr>
      <vt:lpstr>Logistic Regression Visualizations</vt:lpstr>
      <vt:lpstr>Random Forest – Feature Importance</vt:lpstr>
      <vt:lpstr>Random Forest Confusion Metrics (Train Data)</vt:lpstr>
      <vt:lpstr>Random Forest Training Data Key Metrices</vt:lpstr>
      <vt:lpstr>Random Forest   Hyperparameter Tuning   Best Parameters</vt:lpstr>
      <vt:lpstr>Tuned Random Forest Model Confusion Metrics (Train Data)</vt:lpstr>
      <vt:lpstr>Tuned Random Forest Key Metrics (Training Data)</vt:lpstr>
      <vt:lpstr>Model Evaluation</vt:lpstr>
      <vt:lpstr>Logistic Regression Confusion Metrics (Test Data)</vt:lpstr>
      <vt:lpstr>Logistic Regression Test Data Key Metrices</vt:lpstr>
      <vt:lpstr>Random Forest Confusion Metrics (Test Data)</vt:lpstr>
      <vt:lpstr>Random Forest Test Data Key Metrices</vt:lpstr>
      <vt:lpstr>Evaluation and Conclusion</vt:lpstr>
      <vt:lpstr>Model Comparison</vt:lpstr>
      <vt:lpstr>Key Findings</vt:lpstr>
      <vt:lpstr>Conclusion</vt:lpstr>
      <vt:lpstr>Recommendations </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Nalla, Saidhulu</cp:lastModifiedBy>
  <cp:revision>14</cp:revision>
  <dcterms:created xsi:type="dcterms:W3CDTF">2013-01-27T09:14:16Z</dcterms:created>
  <dcterms:modified xsi:type="dcterms:W3CDTF">2026-05-13T14:25:02Z</dcterms:modified>
  <cp:category/>
</cp:coreProperties>
</file>